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  <p:sldMasterId id="2147483754" r:id="rId2"/>
  </p:sldMasterIdLst>
  <p:sldIdLst>
    <p:sldId id="256" r:id="rId3"/>
    <p:sldId id="266" r:id="rId4"/>
    <p:sldId id="257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84" r:id="rId14"/>
    <p:sldId id="283" r:id="rId15"/>
    <p:sldId id="275" r:id="rId16"/>
    <p:sldId id="276" r:id="rId17"/>
    <p:sldId id="277" r:id="rId18"/>
    <p:sldId id="285" r:id="rId19"/>
    <p:sldId id="278" r:id="rId20"/>
    <p:sldId id="279" r:id="rId21"/>
    <p:sldId id="280" r:id="rId22"/>
    <p:sldId id="281" r:id="rId23"/>
    <p:sldId id="282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E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1BF639-6A58-45A9-964F-32C4C0B2BB87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EE590E2-2E56-4079-B0E1-32386A250AD0}">
      <dgm:prSet phldrT="[Text]" phldr="0" custT="1"/>
      <dgm:spPr/>
      <dgm:t>
        <a:bodyPr/>
        <a:lstStyle/>
        <a:p>
          <a:r>
            <a:rPr lang="en-IN" sz="1600" dirty="0"/>
            <a:t>IDLE /</a:t>
          </a:r>
        </a:p>
        <a:p>
          <a:r>
            <a:rPr lang="en-IN" sz="1600" dirty="0"/>
            <a:t>LOCKED</a:t>
          </a:r>
        </a:p>
      </dgm:t>
    </dgm:pt>
    <dgm:pt modelId="{26167468-3B92-47D9-B7F3-E9074A12D11B}" type="parTrans" cxnId="{63B3F2E4-93C9-4EC9-B6ED-A1215253086D}">
      <dgm:prSet/>
      <dgm:spPr/>
      <dgm:t>
        <a:bodyPr/>
        <a:lstStyle/>
        <a:p>
          <a:endParaRPr lang="en-IN"/>
        </a:p>
      </dgm:t>
    </dgm:pt>
    <dgm:pt modelId="{B4634DB3-3F3B-4B05-86B6-14451B7CC647}" type="sibTrans" cxnId="{63B3F2E4-93C9-4EC9-B6ED-A1215253086D}">
      <dgm:prSet/>
      <dgm:spPr/>
      <dgm:t>
        <a:bodyPr/>
        <a:lstStyle/>
        <a:p>
          <a:endParaRPr lang="en-IN" dirty="0"/>
        </a:p>
      </dgm:t>
    </dgm:pt>
    <dgm:pt modelId="{9C87C1D3-20BD-43B3-9AA6-4A5555534D48}">
      <dgm:prSet phldrT="[Text]" phldr="0" custT="1"/>
      <dgm:spPr/>
      <dgm:t>
        <a:bodyPr/>
        <a:lstStyle/>
        <a:p>
          <a:r>
            <a:rPr lang="en-IN" sz="2000" dirty="0"/>
            <a:t>DIGIT 1</a:t>
          </a:r>
        </a:p>
      </dgm:t>
    </dgm:pt>
    <dgm:pt modelId="{B1D5D7EF-ACAC-4C41-BB27-CAF9D66D911B}" type="parTrans" cxnId="{D23798AD-8FD4-4C02-B6D4-45DD0D18CB55}">
      <dgm:prSet/>
      <dgm:spPr/>
      <dgm:t>
        <a:bodyPr/>
        <a:lstStyle/>
        <a:p>
          <a:endParaRPr lang="en-IN"/>
        </a:p>
      </dgm:t>
    </dgm:pt>
    <dgm:pt modelId="{BCD11DA1-6055-4BB2-AA8C-6F5ADB81F560}" type="sibTrans" cxnId="{D23798AD-8FD4-4C02-B6D4-45DD0D18CB55}">
      <dgm:prSet/>
      <dgm:spPr/>
      <dgm:t>
        <a:bodyPr/>
        <a:lstStyle/>
        <a:p>
          <a:endParaRPr lang="en-IN"/>
        </a:p>
      </dgm:t>
    </dgm:pt>
    <dgm:pt modelId="{74BC4F49-40FB-4756-B6CA-7C6933189D28}">
      <dgm:prSet phldrT="[Text]" custT="1"/>
      <dgm:spPr/>
      <dgm:t>
        <a:bodyPr/>
        <a:lstStyle/>
        <a:p>
          <a:r>
            <a:rPr lang="en-IN" sz="2000" dirty="0"/>
            <a:t>DIGIT 2</a:t>
          </a:r>
        </a:p>
      </dgm:t>
    </dgm:pt>
    <dgm:pt modelId="{AE9C5381-1C9B-4C12-8B6E-7C6698AF4FDB}" type="parTrans" cxnId="{E10C16D0-F5CD-4886-86BC-A82BE1E04CC3}">
      <dgm:prSet/>
      <dgm:spPr/>
      <dgm:t>
        <a:bodyPr/>
        <a:lstStyle/>
        <a:p>
          <a:endParaRPr lang="en-IN"/>
        </a:p>
      </dgm:t>
    </dgm:pt>
    <dgm:pt modelId="{37D9796D-FEA7-411B-AD63-DDAD1CBA99D2}" type="sibTrans" cxnId="{E10C16D0-F5CD-4886-86BC-A82BE1E04CC3}">
      <dgm:prSet/>
      <dgm:spPr/>
      <dgm:t>
        <a:bodyPr/>
        <a:lstStyle/>
        <a:p>
          <a:endParaRPr lang="en-IN"/>
        </a:p>
      </dgm:t>
    </dgm:pt>
    <dgm:pt modelId="{8976FD03-B3E4-463E-BD92-C561C9AEAC4D}">
      <dgm:prSet phldrT="[Text]" custT="1"/>
      <dgm:spPr/>
      <dgm:t>
        <a:bodyPr/>
        <a:lstStyle/>
        <a:p>
          <a:r>
            <a:rPr lang="en-IN" sz="2000" dirty="0"/>
            <a:t>DIGIT 3</a:t>
          </a:r>
        </a:p>
      </dgm:t>
    </dgm:pt>
    <dgm:pt modelId="{F74AF297-9791-44CF-9497-302BCEACCBDF}" type="parTrans" cxnId="{978E7594-9086-4DA6-842B-1041D21F6669}">
      <dgm:prSet/>
      <dgm:spPr/>
      <dgm:t>
        <a:bodyPr/>
        <a:lstStyle/>
        <a:p>
          <a:endParaRPr lang="en-IN"/>
        </a:p>
      </dgm:t>
    </dgm:pt>
    <dgm:pt modelId="{14A8EC49-2294-4AD0-8B0C-B5CADA9A5BD0}" type="sibTrans" cxnId="{978E7594-9086-4DA6-842B-1041D21F6669}">
      <dgm:prSet/>
      <dgm:spPr/>
      <dgm:t>
        <a:bodyPr/>
        <a:lstStyle/>
        <a:p>
          <a:endParaRPr lang="en-IN"/>
        </a:p>
      </dgm:t>
    </dgm:pt>
    <dgm:pt modelId="{7787DDFB-6E5B-4DF7-9369-2D5FE2EC2655}">
      <dgm:prSet phldrT="[Text]" custT="1"/>
      <dgm:spPr/>
      <dgm:t>
        <a:bodyPr/>
        <a:lstStyle/>
        <a:p>
          <a:r>
            <a:rPr lang="en-IN" sz="2000" dirty="0"/>
            <a:t>DIGIT 4</a:t>
          </a:r>
        </a:p>
      </dgm:t>
    </dgm:pt>
    <dgm:pt modelId="{86967D26-7896-4604-A0CA-BF57347439BF}" type="parTrans" cxnId="{6FFD6B94-D289-4617-A977-35202FEF4796}">
      <dgm:prSet/>
      <dgm:spPr/>
      <dgm:t>
        <a:bodyPr/>
        <a:lstStyle/>
        <a:p>
          <a:endParaRPr lang="en-IN"/>
        </a:p>
      </dgm:t>
    </dgm:pt>
    <dgm:pt modelId="{9CB95BD6-C4C2-42BF-A731-8959E7440A47}" type="sibTrans" cxnId="{6FFD6B94-D289-4617-A977-35202FEF4796}">
      <dgm:prSet/>
      <dgm:spPr/>
      <dgm:t>
        <a:bodyPr/>
        <a:lstStyle/>
        <a:p>
          <a:endParaRPr lang="en-IN"/>
        </a:p>
      </dgm:t>
    </dgm:pt>
    <dgm:pt modelId="{EBBBD19D-23AA-4D6C-BE56-8F87C944FA7D}">
      <dgm:prSet phldrT="[Text]"/>
      <dgm:spPr/>
      <dgm:t>
        <a:bodyPr/>
        <a:lstStyle/>
        <a:p>
          <a:pPr>
            <a:buNone/>
          </a:pPr>
          <a:r>
            <a:rPr lang="en-IN" b="0" i="0" dirty="0"/>
            <a:t>CHECK PASSWORD</a:t>
          </a:r>
          <a:endParaRPr lang="en-IN" dirty="0"/>
        </a:p>
      </dgm:t>
    </dgm:pt>
    <dgm:pt modelId="{003C2857-50BB-436A-ADA6-3C4D34A4067D}" type="parTrans" cxnId="{939DCF9B-7893-43F9-9183-0DD68A4F3C23}">
      <dgm:prSet/>
      <dgm:spPr/>
      <dgm:t>
        <a:bodyPr/>
        <a:lstStyle/>
        <a:p>
          <a:endParaRPr lang="en-IN"/>
        </a:p>
      </dgm:t>
    </dgm:pt>
    <dgm:pt modelId="{B26EDD64-2FFE-4EA2-BB08-22A1FE6EAAAE}" type="sibTrans" cxnId="{939DCF9B-7893-43F9-9183-0DD68A4F3C23}">
      <dgm:prSet/>
      <dgm:spPr/>
      <dgm:t>
        <a:bodyPr/>
        <a:lstStyle/>
        <a:p>
          <a:endParaRPr lang="en-IN"/>
        </a:p>
      </dgm:t>
    </dgm:pt>
    <dgm:pt modelId="{B4A8CF60-E097-47ED-B4F0-ED86083FBFF3}">
      <dgm:prSet phldrT="[Text]" custT="1"/>
      <dgm:spPr/>
      <dgm:t>
        <a:bodyPr/>
        <a:lstStyle/>
        <a:p>
          <a:pPr>
            <a:buNone/>
          </a:pPr>
          <a:r>
            <a:rPr lang="en-IN" sz="1200" b="0" i="0" dirty="0"/>
            <a:t>UNLOCKED</a:t>
          </a:r>
          <a:endParaRPr lang="en-IN" sz="1200" dirty="0"/>
        </a:p>
      </dgm:t>
    </dgm:pt>
    <dgm:pt modelId="{8A4D74D3-9B4C-4398-BFC9-0AC553E3A10C}" type="parTrans" cxnId="{873C2806-8B1F-42C4-8BE7-EFB36F139F76}">
      <dgm:prSet/>
      <dgm:spPr/>
      <dgm:t>
        <a:bodyPr/>
        <a:lstStyle/>
        <a:p>
          <a:endParaRPr lang="en-IN"/>
        </a:p>
      </dgm:t>
    </dgm:pt>
    <dgm:pt modelId="{75E099C9-D2CF-4EDF-84FE-2F561E56B79C}" type="sibTrans" cxnId="{873C2806-8B1F-42C4-8BE7-EFB36F139F76}">
      <dgm:prSet/>
      <dgm:spPr/>
      <dgm:t>
        <a:bodyPr/>
        <a:lstStyle/>
        <a:p>
          <a:endParaRPr lang="en-IN"/>
        </a:p>
      </dgm:t>
    </dgm:pt>
    <dgm:pt modelId="{13818A8B-59FD-4B4B-9806-57D49AC74F82}">
      <dgm:prSet phldrT="[Text]" custT="1"/>
      <dgm:spPr/>
      <dgm:t>
        <a:bodyPr/>
        <a:lstStyle/>
        <a:p>
          <a:pPr>
            <a:buNone/>
          </a:pPr>
          <a:r>
            <a:rPr lang="en-IN" sz="1600" b="0" i="0" dirty="0"/>
            <a:t>LOCKED OUT</a:t>
          </a:r>
          <a:endParaRPr lang="en-IN" sz="1600" dirty="0"/>
        </a:p>
      </dgm:t>
    </dgm:pt>
    <dgm:pt modelId="{7DC15B91-E90D-41DB-B6C8-A4FB590D56C8}" type="parTrans" cxnId="{7363AE1C-2C0E-44B5-A7E2-4A8EACC71EFF}">
      <dgm:prSet/>
      <dgm:spPr/>
      <dgm:t>
        <a:bodyPr/>
        <a:lstStyle/>
        <a:p>
          <a:endParaRPr lang="en-IN"/>
        </a:p>
      </dgm:t>
    </dgm:pt>
    <dgm:pt modelId="{C50DA7DE-C0B7-4CE9-A822-E8CAE4B961A2}" type="sibTrans" cxnId="{7363AE1C-2C0E-44B5-A7E2-4A8EACC71EFF}">
      <dgm:prSet/>
      <dgm:spPr/>
      <dgm:t>
        <a:bodyPr/>
        <a:lstStyle/>
        <a:p>
          <a:endParaRPr lang="en-IN"/>
        </a:p>
      </dgm:t>
    </dgm:pt>
    <dgm:pt modelId="{4AEB2ECB-D038-4CDC-BA52-10014A686234}">
      <dgm:prSet phldrT="[Text]" custT="1"/>
      <dgm:spPr/>
      <dgm:t>
        <a:bodyPr/>
        <a:lstStyle/>
        <a:p>
          <a:pPr>
            <a:buNone/>
          </a:pPr>
          <a:r>
            <a:rPr lang="en-IN" sz="1200" b="0" i="0" dirty="0"/>
            <a:t>WRONG</a:t>
          </a:r>
        </a:p>
        <a:p>
          <a:pPr>
            <a:buNone/>
          </a:pPr>
          <a:r>
            <a:rPr lang="en-IN" sz="1200" b="0" i="0" dirty="0"/>
            <a:t>PASSWORD</a:t>
          </a:r>
          <a:endParaRPr lang="en-IN" sz="1200" dirty="0"/>
        </a:p>
      </dgm:t>
    </dgm:pt>
    <dgm:pt modelId="{55ADA679-EFC2-420B-84F9-AABA01CC812F}" type="parTrans" cxnId="{619E2CB0-44A8-42FB-912B-DD4B69FD741C}">
      <dgm:prSet/>
      <dgm:spPr/>
      <dgm:t>
        <a:bodyPr/>
        <a:lstStyle/>
        <a:p>
          <a:endParaRPr lang="en-IN"/>
        </a:p>
      </dgm:t>
    </dgm:pt>
    <dgm:pt modelId="{08E527AA-5D8A-43A6-A4AF-5F940372E240}" type="sibTrans" cxnId="{619E2CB0-44A8-42FB-912B-DD4B69FD741C}">
      <dgm:prSet/>
      <dgm:spPr/>
      <dgm:t>
        <a:bodyPr/>
        <a:lstStyle/>
        <a:p>
          <a:endParaRPr lang="en-IN"/>
        </a:p>
      </dgm:t>
    </dgm:pt>
    <dgm:pt modelId="{641EA786-D1AD-4B34-BB71-063CF4339C97}" type="pres">
      <dgm:prSet presAssocID="{AB1BF639-6A58-45A9-964F-32C4C0B2BB87}" presName="cycle" presStyleCnt="0">
        <dgm:presLayoutVars>
          <dgm:dir/>
          <dgm:resizeHandles val="exact"/>
        </dgm:presLayoutVars>
      </dgm:prSet>
      <dgm:spPr/>
    </dgm:pt>
    <dgm:pt modelId="{5F4116F7-7328-4DDC-A3AD-B3D43F7CC6F7}" type="pres">
      <dgm:prSet presAssocID="{1EE590E2-2E56-4079-B0E1-32386A250AD0}" presName="node" presStyleLbl="node1" presStyleIdx="0" presStyleCnt="9">
        <dgm:presLayoutVars>
          <dgm:bulletEnabled val="1"/>
        </dgm:presLayoutVars>
      </dgm:prSet>
      <dgm:spPr/>
    </dgm:pt>
    <dgm:pt modelId="{60B37A33-0EE3-4CBE-96E1-E1D4C26E0BDA}" type="pres">
      <dgm:prSet presAssocID="{B4634DB3-3F3B-4B05-86B6-14451B7CC647}" presName="sibTrans" presStyleLbl="sibTrans2D1" presStyleIdx="0" presStyleCnt="9" custScaleX="173974"/>
      <dgm:spPr/>
    </dgm:pt>
    <dgm:pt modelId="{3C1763AD-AE55-4026-AD6B-D5F2A6D8500E}" type="pres">
      <dgm:prSet presAssocID="{B4634DB3-3F3B-4B05-86B6-14451B7CC647}" presName="connectorText" presStyleLbl="sibTrans2D1" presStyleIdx="0" presStyleCnt="9"/>
      <dgm:spPr/>
    </dgm:pt>
    <dgm:pt modelId="{AB77B68F-29A9-4BCE-B85F-67E09FBD078A}" type="pres">
      <dgm:prSet presAssocID="{9C87C1D3-20BD-43B3-9AA6-4A5555534D48}" presName="node" presStyleLbl="node1" presStyleIdx="1" presStyleCnt="9">
        <dgm:presLayoutVars>
          <dgm:bulletEnabled val="1"/>
        </dgm:presLayoutVars>
      </dgm:prSet>
      <dgm:spPr/>
    </dgm:pt>
    <dgm:pt modelId="{D86AF8BD-0CD7-4D4E-9604-56F15078B24F}" type="pres">
      <dgm:prSet presAssocID="{BCD11DA1-6055-4BB2-AA8C-6F5ADB81F560}" presName="sibTrans" presStyleLbl="sibTrans2D1" presStyleIdx="1" presStyleCnt="9" custScaleX="172463"/>
      <dgm:spPr/>
    </dgm:pt>
    <dgm:pt modelId="{4D62E377-2FD2-432A-8D31-EA8D0FC2B566}" type="pres">
      <dgm:prSet presAssocID="{BCD11DA1-6055-4BB2-AA8C-6F5ADB81F560}" presName="connectorText" presStyleLbl="sibTrans2D1" presStyleIdx="1" presStyleCnt="9"/>
      <dgm:spPr/>
    </dgm:pt>
    <dgm:pt modelId="{3EACA1BE-AAC2-4FA1-9C67-8208AC87F4B5}" type="pres">
      <dgm:prSet presAssocID="{74BC4F49-40FB-4756-B6CA-7C6933189D28}" presName="node" presStyleLbl="node1" presStyleIdx="2" presStyleCnt="9">
        <dgm:presLayoutVars>
          <dgm:bulletEnabled val="1"/>
        </dgm:presLayoutVars>
      </dgm:prSet>
      <dgm:spPr/>
    </dgm:pt>
    <dgm:pt modelId="{E6AFEECB-5B94-4F11-B40B-9A9D1D2116BC}" type="pres">
      <dgm:prSet presAssocID="{37D9796D-FEA7-411B-AD63-DDAD1CBA99D2}" presName="sibTrans" presStyleLbl="sibTrans2D1" presStyleIdx="2" presStyleCnt="9" custScaleX="191736"/>
      <dgm:spPr/>
    </dgm:pt>
    <dgm:pt modelId="{9224C774-936F-4F17-AE94-D0201CDF2F4B}" type="pres">
      <dgm:prSet presAssocID="{37D9796D-FEA7-411B-AD63-DDAD1CBA99D2}" presName="connectorText" presStyleLbl="sibTrans2D1" presStyleIdx="2" presStyleCnt="9"/>
      <dgm:spPr/>
    </dgm:pt>
    <dgm:pt modelId="{F9D2D49B-82F5-4EF2-AFD4-A42E6B2682A1}" type="pres">
      <dgm:prSet presAssocID="{8976FD03-B3E4-463E-BD92-C561C9AEAC4D}" presName="node" presStyleLbl="node1" presStyleIdx="3" presStyleCnt="9">
        <dgm:presLayoutVars>
          <dgm:bulletEnabled val="1"/>
        </dgm:presLayoutVars>
      </dgm:prSet>
      <dgm:spPr/>
    </dgm:pt>
    <dgm:pt modelId="{9525AC21-2F0B-4535-9BE1-01B7C03B7FAC}" type="pres">
      <dgm:prSet presAssocID="{14A8EC49-2294-4AD0-8B0C-B5CADA9A5BD0}" presName="sibTrans" presStyleLbl="sibTrans2D1" presStyleIdx="3" presStyleCnt="9" custScaleX="181636"/>
      <dgm:spPr/>
    </dgm:pt>
    <dgm:pt modelId="{16E51268-25A2-4BB9-B483-16515105A1A9}" type="pres">
      <dgm:prSet presAssocID="{14A8EC49-2294-4AD0-8B0C-B5CADA9A5BD0}" presName="connectorText" presStyleLbl="sibTrans2D1" presStyleIdx="3" presStyleCnt="9"/>
      <dgm:spPr/>
    </dgm:pt>
    <dgm:pt modelId="{437BF0B5-CBF6-4EC6-B1FE-9FC54FD70F30}" type="pres">
      <dgm:prSet presAssocID="{7787DDFB-6E5B-4DF7-9369-2D5FE2EC2655}" presName="node" presStyleLbl="node1" presStyleIdx="4" presStyleCnt="9">
        <dgm:presLayoutVars>
          <dgm:bulletEnabled val="1"/>
        </dgm:presLayoutVars>
      </dgm:prSet>
      <dgm:spPr/>
    </dgm:pt>
    <dgm:pt modelId="{F771FFF7-AAA1-4B22-A215-E497C653DFD5}" type="pres">
      <dgm:prSet presAssocID="{9CB95BD6-C4C2-42BF-A731-8959E7440A47}" presName="sibTrans" presStyleLbl="sibTrans2D1" presStyleIdx="4" presStyleCnt="9" custScaleX="177693"/>
      <dgm:spPr/>
    </dgm:pt>
    <dgm:pt modelId="{C70F5CDB-7240-40A6-9CED-FDD9A30D4852}" type="pres">
      <dgm:prSet presAssocID="{9CB95BD6-C4C2-42BF-A731-8959E7440A47}" presName="connectorText" presStyleLbl="sibTrans2D1" presStyleIdx="4" presStyleCnt="9"/>
      <dgm:spPr/>
    </dgm:pt>
    <dgm:pt modelId="{8DDB05CF-B724-4B2D-AEF6-129A262E3FEF}" type="pres">
      <dgm:prSet presAssocID="{EBBBD19D-23AA-4D6C-BE56-8F87C944FA7D}" presName="node" presStyleLbl="node1" presStyleIdx="5" presStyleCnt="9">
        <dgm:presLayoutVars>
          <dgm:bulletEnabled val="1"/>
        </dgm:presLayoutVars>
      </dgm:prSet>
      <dgm:spPr/>
    </dgm:pt>
    <dgm:pt modelId="{37ADF724-B856-43E6-B564-E2E6DF3A8EFC}" type="pres">
      <dgm:prSet presAssocID="{B26EDD64-2FFE-4EA2-BB08-22A1FE6EAAAE}" presName="sibTrans" presStyleLbl="sibTrans2D1" presStyleIdx="5" presStyleCnt="9" custScaleX="158556"/>
      <dgm:spPr/>
    </dgm:pt>
    <dgm:pt modelId="{1B353912-FBC0-4748-A5C5-E50A43AD7C42}" type="pres">
      <dgm:prSet presAssocID="{B26EDD64-2FFE-4EA2-BB08-22A1FE6EAAAE}" presName="connectorText" presStyleLbl="sibTrans2D1" presStyleIdx="5" presStyleCnt="9"/>
      <dgm:spPr/>
    </dgm:pt>
    <dgm:pt modelId="{8CEBEAEF-54C0-42D3-A5D2-A3DF32EE6630}" type="pres">
      <dgm:prSet presAssocID="{B4A8CF60-E097-47ED-B4F0-ED86083FBFF3}" presName="node" presStyleLbl="node1" presStyleIdx="6" presStyleCnt="9" custRadScaleRad="160269" custRadScaleInc="-18363">
        <dgm:presLayoutVars>
          <dgm:bulletEnabled val="1"/>
        </dgm:presLayoutVars>
      </dgm:prSet>
      <dgm:spPr/>
    </dgm:pt>
    <dgm:pt modelId="{6AE49C1A-0708-486E-9CB0-AF4FA538AC05}" type="pres">
      <dgm:prSet presAssocID="{75E099C9-D2CF-4EDF-84FE-2F561E56B79C}" presName="sibTrans" presStyleLbl="sibTrans2D1" presStyleIdx="6" presStyleCnt="9" custAng="56725" custFlipHor="1" custScaleX="176254" custLinFactX="100000" custLinFactNeighborX="136279" custLinFactNeighborY="49192"/>
      <dgm:spPr/>
    </dgm:pt>
    <dgm:pt modelId="{80FB9D60-DE73-4740-82C6-A729852B4885}" type="pres">
      <dgm:prSet presAssocID="{75E099C9-D2CF-4EDF-84FE-2F561E56B79C}" presName="connectorText" presStyleLbl="sibTrans2D1" presStyleIdx="6" presStyleCnt="9"/>
      <dgm:spPr/>
    </dgm:pt>
    <dgm:pt modelId="{C0AF5B20-4E1A-40A9-96CC-D1ECBAF8C9FC}" type="pres">
      <dgm:prSet presAssocID="{13818A8B-59FD-4B4B-9806-57D49AC74F82}" presName="node" presStyleLbl="node1" presStyleIdx="7" presStyleCnt="9" custRadScaleRad="90244" custRadScaleInc="-107910">
        <dgm:presLayoutVars>
          <dgm:bulletEnabled val="1"/>
        </dgm:presLayoutVars>
      </dgm:prSet>
      <dgm:spPr/>
    </dgm:pt>
    <dgm:pt modelId="{96944785-CF61-4411-B181-ECEDA7DE91A2}" type="pres">
      <dgm:prSet presAssocID="{C50DA7DE-C0B7-4CE9-A822-E8CAE4B961A2}" presName="sibTrans" presStyleLbl="sibTrans2D1" presStyleIdx="7" presStyleCnt="9" custAng="16333330" custFlipHor="1" custScaleX="255392" custScaleY="108028" custLinFactX="100000" custLinFactY="100000" custLinFactNeighborX="122017" custLinFactNeighborY="157558"/>
      <dgm:spPr/>
    </dgm:pt>
    <dgm:pt modelId="{0472D24E-DA78-4646-A092-286094FC48ED}" type="pres">
      <dgm:prSet presAssocID="{C50DA7DE-C0B7-4CE9-A822-E8CAE4B961A2}" presName="connectorText" presStyleLbl="sibTrans2D1" presStyleIdx="7" presStyleCnt="9"/>
      <dgm:spPr/>
    </dgm:pt>
    <dgm:pt modelId="{B36BAC28-20F3-4D47-AE16-B49084430D7A}" type="pres">
      <dgm:prSet presAssocID="{4AEB2ECB-D038-4CDC-BA52-10014A686234}" presName="node" presStyleLbl="node1" presStyleIdx="8" presStyleCnt="9" custRadScaleRad="20936" custRadScaleInc="-383285">
        <dgm:presLayoutVars>
          <dgm:bulletEnabled val="1"/>
        </dgm:presLayoutVars>
      </dgm:prSet>
      <dgm:spPr/>
    </dgm:pt>
    <dgm:pt modelId="{05343FFC-79B5-434F-8930-6316C0E83FB3}" type="pres">
      <dgm:prSet presAssocID="{08E527AA-5D8A-43A6-A4AF-5F940372E240}" presName="sibTrans" presStyleLbl="sibTrans2D1" presStyleIdx="8" presStyleCnt="9" custScaleX="168120" custScaleY="126140"/>
      <dgm:spPr/>
    </dgm:pt>
    <dgm:pt modelId="{7081301D-D8F1-4EBE-896A-806D906A48AE}" type="pres">
      <dgm:prSet presAssocID="{08E527AA-5D8A-43A6-A4AF-5F940372E240}" presName="connectorText" presStyleLbl="sibTrans2D1" presStyleIdx="8" presStyleCnt="9"/>
      <dgm:spPr/>
    </dgm:pt>
  </dgm:ptLst>
  <dgm:cxnLst>
    <dgm:cxn modelId="{873C2806-8B1F-42C4-8BE7-EFB36F139F76}" srcId="{AB1BF639-6A58-45A9-964F-32C4C0B2BB87}" destId="{B4A8CF60-E097-47ED-B4F0-ED86083FBFF3}" srcOrd="6" destOrd="0" parTransId="{8A4D74D3-9B4C-4398-BFC9-0AC553E3A10C}" sibTransId="{75E099C9-D2CF-4EDF-84FE-2F561E56B79C}"/>
    <dgm:cxn modelId="{98870610-F1E2-4F8B-83C7-327644CA1CA0}" type="presOf" srcId="{7787DDFB-6E5B-4DF7-9369-2D5FE2EC2655}" destId="{437BF0B5-CBF6-4EC6-B1FE-9FC54FD70F30}" srcOrd="0" destOrd="0" presId="urn:microsoft.com/office/officeart/2005/8/layout/cycle2"/>
    <dgm:cxn modelId="{52D78D15-7198-4EEA-AD26-15CC86044B6E}" type="presOf" srcId="{B26EDD64-2FFE-4EA2-BB08-22A1FE6EAAAE}" destId="{37ADF724-B856-43E6-B564-E2E6DF3A8EFC}" srcOrd="0" destOrd="0" presId="urn:microsoft.com/office/officeart/2005/8/layout/cycle2"/>
    <dgm:cxn modelId="{6BB9E515-39B7-47B4-B9C1-E3DF4A071E0A}" type="presOf" srcId="{9CB95BD6-C4C2-42BF-A731-8959E7440A47}" destId="{C70F5CDB-7240-40A6-9CED-FDD9A30D4852}" srcOrd="1" destOrd="0" presId="urn:microsoft.com/office/officeart/2005/8/layout/cycle2"/>
    <dgm:cxn modelId="{5DC96418-3F6A-45B3-B01C-938C0AE70665}" type="presOf" srcId="{13818A8B-59FD-4B4B-9806-57D49AC74F82}" destId="{C0AF5B20-4E1A-40A9-96CC-D1ECBAF8C9FC}" srcOrd="0" destOrd="0" presId="urn:microsoft.com/office/officeart/2005/8/layout/cycle2"/>
    <dgm:cxn modelId="{01F39518-35B3-4FE2-A785-7043DA7CC81D}" type="presOf" srcId="{08E527AA-5D8A-43A6-A4AF-5F940372E240}" destId="{7081301D-D8F1-4EBE-896A-806D906A48AE}" srcOrd="1" destOrd="0" presId="urn:microsoft.com/office/officeart/2005/8/layout/cycle2"/>
    <dgm:cxn modelId="{7363AE1C-2C0E-44B5-A7E2-4A8EACC71EFF}" srcId="{AB1BF639-6A58-45A9-964F-32C4C0B2BB87}" destId="{13818A8B-59FD-4B4B-9806-57D49AC74F82}" srcOrd="7" destOrd="0" parTransId="{7DC15B91-E90D-41DB-B6C8-A4FB590D56C8}" sibTransId="{C50DA7DE-C0B7-4CE9-A822-E8CAE4B961A2}"/>
    <dgm:cxn modelId="{E4F0B523-FCB4-46FC-81C2-1F0AF67F771E}" type="presOf" srcId="{EBBBD19D-23AA-4D6C-BE56-8F87C944FA7D}" destId="{8DDB05CF-B724-4B2D-AEF6-129A262E3FEF}" srcOrd="0" destOrd="0" presId="urn:microsoft.com/office/officeart/2005/8/layout/cycle2"/>
    <dgm:cxn modelId="{108B9B2B-87D3-47F0-91EA-ED5483A42C16}" type="presOf" srcId="{75E099C9-D2CF-4EDF-84FE-2F561E56B79C}" destId="{80FB9D60-DE73-4740-82C6-A729852B4885}" srcOrd="1" destOrd="0" presId="urn:microsoft.com/office/officeart/2005/8/layout/cycle2"/>
    <dgm:cxn modelId="{5A45DE5F-5DFD-4784-9DE6-BF49F9234AB3}" type="presOf" srcId="{BCD11DA1-6055-4BB2-AA8C-6F5ADB81F560}" destId="{4D62E377-2FD2-432A-8D31-EA8D0FC2B566}" srcOrd="1" destOrd="0" presId="urn:microsoft.com/office/officeart/2005/8/layout/cycle2"/>
    <dgm:cxn modelId="{D7772062-949D-4406-A2CF-58944F207E34}" type="presOf" srcId="{C50DA7DE-C0B7-4CE9-A822-E8CAE4B961A2}" destId="{0472D24E-DA78-4646-A092-286094FC48ED}" srcOrd="1" destOrd="0" presId="urn:microsoft.com/office/officeart/2005/8/layout/cycle2"/>
    <dgm:cxn modelId="{8DF73C48-961D-429A-8532-619BA783D0D9}" type="presOf" srcId="{9C87C1D3-20BD-43B3-9AA6-4A5555534D48}" destId="{AB77B68F-29A9-4BCE-B85F-67E09FBD078A}" srcOrd="0" destOrd="0" presId="urn:microsoft.com/office/officeart/2005/8/layout/cycle2"/>
    <dgm:cxn modelId="{33681849-3FB5-4AAB-BD39-8C5892F8001C}" type="presOf" srcId="{1EE590E2-2E56-4079-B0E1-32386A250AD0}" destId="{5F4116F7-7328-4DDC-A3AD-B3D43F7CC6F7}" srcOrd="0" destOrd="0" presId="urn:microsoft.com/office/officeart/2005/8/layout/cycle2"/>
    <dgm:cxn modelId="{DFAAEC74-4207-4382-BD15-D8D559B40F4D}" type="presOf" srcId="{14A8EC49-2294-4AD0-8B0C-B5CADA9A5BD0}" destId="{16E51268-25A2-4BB9-B483-16515105A1A9}" srcOrd="1" destOrd="0" presId="urn:microsoft.com/office/officeart/2005/8/layout/cycle2"/>
    <dgm:cxn modelId="{1A27EA77-F954-4AD5-A7FC-49EFE7C52236}" type="presOf" srcId="{74BC4F49-40FB-4756-B6CA-7C6933189D28}" destId="{3EACA1BE-AAC2-4FA1-9C67-8208AC87F4B5}" srcOrd="0" destOrd="0" presId="urn:microsoft.com/office/officeart/2005/8/layout/cycle2"/>
    <dgm:cxn modelId="{D8A94359-F53E-434D-B6A5-B96D011D27D8}" type="presOf" srcId="{9CB95BD6-C4C2-42BF-A731-8959E7440A47}" destId="{F771FFF7-AAA1-4B22-A215-E497C653DFD5}" srcOrd="0" destOrd="0" presId="urn:microsoft.com/office/officeart/2005/8/layout/cycle2"/>
    <dgm:cxn modelId="{6FFD6B94-D289-4617-A977-35202FEF4796}" srcId="{AB1BF639-6A58-45A9-964F-32C4C0B2BB87}" destId="{7787DDFB-6E5B-4DF7-9369-2D5FE2EC2655}" srcOrd="4" destOrd="0" parTransId="{86967D26-7896-4604-A0CA-BF57347439BF}" sibTransId="{9CB95BD6-C4C2-42BF-A731-8959E7440A47}"/>
    <dgm:cxn modelId="{978E7594-9086-4DA6-842B-1041D21F6669}" srcId="{AB1BF639-6A58-45A9-964F-32C4C0B2BB87}" destId="{8976FD03-B3E4-463E-BD92-C561C9AEAC4D}" srcOrd="3" destOrd="0" parTransId="{F74AF297-9791-44CF-9497-302BCEACCBDF}" sibTransId="{14A8EC49-2294-4AD0-8B0C-B5CADA9A5BD0}"/>
    <dgm:cxn modelId="{85C31595-E10F-4657-B793-CD6094934B6F}" type="presOf" srcId="{BCD11DA1-6055-4BB2-AA8C-6F5ADB81F560}" destId="{D86AF8BD-0CD7-4D4E-9604-56F15078B24F}" srcOrd="0" destOrd="0" presId="urn:microsoft.com/office/officeart/2005/8/layout/cycle2"/>
    <dgm:cxn modelId="{FB19E496-2FA8-4FC7-8FBA-248199E0516F}" type="presOf" srcId="{AB1BF639-6A58-45A9-964F-32C4C0B2BB87}" destId="{641EA786-D1AD-4B34-BB71-063CF4339C97}" srcOrd="0" destOrd="0" presId="urn:microsoft.com/office/officeart/2005/8/layout/cycle2"/>
    <dgm:cxn modelId="{939DCF9B-7893-43F9-9183-0DD68A4F3C23}" srcId="{AB1BF639-6A58-45A9-964F-32C4C0B2BB87}" destId="{EBBBD19D-23AA-4D6C-BE56-8F87C944FA7D}" srcOrd="5" destOrd="0" parTransId="{003C2857-50BB-436A-ADA6-3C4D34A4067D}" sibTransId="{B26EDD64-2FFE-4EA2-BB08-22A1FE6EAAAE}"/>
    <dgm:cxn modelId="{C73F0EA7-7B1E-4008-AED2-546300E23DA6}" type="presOf" srcId="{4AEB2ECB-D038-4CDC-BA52-10014A686234}" destId="{B36BAC28-20F3-4D47-AE16-B49084430D7A}" srcOrd="0" destOrd="0" presId="urn:microsoft.com/office/officeart/2005/8/layout/cycle2"/>
    <dgm:cxn modelId="{AEAB14A7-AFE8-482A-80F7-13EE17608405}" type="presOf" srcId="{37D9796D-FEA7-411B-AD63-DDAD1CBA99D2}" destId="{9224C774-936F-4F17-AE94-D0201CDF2F4B}" srcOrd="1" destOrd="0" presId="urn:microsoft.com/office/officeart/2005/8/layout/cycle2"/>
    <dgm:cxn modelId="{D23798AD-8FD4-4C02-B6D4-45DD0D18CB55}" srcId="{AB1BF639-6A58-45A9-964F-32C4C0B2BB87}" destId="{9C87C1D3-20BD-43B3-9AA6-4A5555534D48}" srcOrd="1" destOrd="0" parTransId="{B1D5D7EF-ACAC-4C41-BB27-CAF9D66D911B}" sibTransId="{BCD11DA1-6055-4BB2-AA8C-6F5ADB81F560}"/>
    <dgm:cxn modelId="{619E2CB0-44A8-42FB-912B-DD4B69FD741C}" srcId="{AB1BF639-6A58-45A9-964F-32C4C0B2BB87}" destId="{4AEB2ECB-D038-4CDC-BA52-10014A686234}" srcOrd="8" destOrd="0" parTransId="{55ADA679-EFC2-420B-84F9-AABA01CC812F}" sibTransId="{08E527AA-5D8A-43A6-A4AF-5F940372E240}"/>
    <dgm:cxn modelId="{0B2E36C1-8497-410F-A3F3-C48AFFD5EC2F}" type="presOf" srcId="{B4634DB3-3F3B-4B05-86B6-14451B7CC647}" destId="{3C1763AD-AE55-4026-AD6B-D5F2A6D8500E}" srcOrd="1" destOrd="0" presId="urn:microsoft.com/office/officeart/2005/8/layout/cycle2"/>
    <dgm:cxn modelId="{CAC4A8C1-5467-4EF2-8A6C-28A0A17D94B9}" type="presOf" srcId="{8976FD03-B3E4-463E-BD92-C561C9AEAC4D}" destId="{F9D2D49B-82F5-4EF2-AFD4-A42E6B2682A1}" srcOrd="0" destOrd="0" presId="urn:microsoft.com/office/officeart/2005/8/layout/cycle2"/>
    <dgm:cxn modelId="{92B67FC3-7DA9-4BC9-AAFE-C6085D1B294A}" type="presOf" srcId="{75E099C9-D2CF-4EDF-84FE-2F561E56B79C}" destId="{6AE49C1A-0708-486E-9CB0-AF4FA538AC05}" srcOrd="0" destOrd="0" presId="urn:microsoft.com/office/officeart/2005/8/layout/cycle2"/>
    <dgm:cxn modelId="{1BDD43C6-E631-4A25-93AB-B3360A7B99DB}" type="presOf" srcId="{08E527AA-5D8A-43A6-A4AF-5F940372E240}" destId="{05343FFC-79B5-434F-8930-6316C0E83FB3}" srcOrd="0" destOrd="0" presId="urn:microsoft.com/office/officeart/2005/8/layout/cycle2"/>
    <dgm:cxn modelId="{EB645FCD-395A-4454-8D4A-86C6FD54F12A}" type="presOf" srcId="{37D9796D-FEA7-411B-AD63-DDAD1CBA99D2}" destId="{E6AFEECB-5B94-4F11-B40B-9A9D1D2116BC}" srcOrd="0" destOrd="0" presId="urn:microsoft.com/office/officeart/2005/8/layout/cycle2"/>
    <dgm:cxn modelId="{21626DCE-5431-494E-8CF0-E532DCF97181}" type="presOf" srcId="{C50DA7DE-C0B7-4CE9-A822-E8CAE4B961A2}" destId="{96944785-CF61-4411-B181-ECEDA7DE91A2}" srcOrd="0" destOrd="0" presId="urn:microsoft.com/office/officeart/2005/8/layout/cycle2"/>
    <dgm:cxn modelId="{E10C16D0-F5CD-4886-86BC-A82BE1E04CC3}" srcId="{AB1BF639-6A58-45A9-964F-32C4C0B2BB87}" destId="{74BC4F49-40FB-4756-B6CA-7C6933189D28}" srcOrd="2" destOrd="0" parTransId="{AE9C5381-1C9B-4C12-8B6E-7C6698AF4FDB}" sibTransId="{37D9796D-FEA7-411B-AD63-DDAD1CBA99D2}"/>
    <dgm:cxn modelId="{63B3F2E4-93C9-4EC9-B6ED-A1215253086D}" srcId="{AB1BF639-6A58-45A9-964F-32C4C0B2BB87}" destId="{1EE590E2-2E56-4079-B0E1-32386A250AD0}" srcOrd="0" destOrd="0" parTransId="{26167468-3B92-47D9-B7F3-E9074A12D11B}" sibTransId="{B4634DB3-3F3B-4B05-86B6-14451B7CC647}"/>
    <dgm:cxn modelId="{59BE7EE8-6329-4E14-92D9-A41416956F0B}" type="presOf" srcId="{14A8EC49-2294-4AD0-8B0C-B5CADA9A5BD0}" destId="{9525AC21-2F0B-4535-9BE1-01B7C03B7FAC}" srcOrd="0" destOrd="0" presId="urn:microsoft.com/office/officeart/2005/8/layout/cycle2"/>
    <dgm:cxn modelId="{66A315EA-394D-496B-8525-FBC8879851D0}" type="presOf" srcId="{B4634DB3-3F3B-4B05-86B6-14451B7CC647}" destId="{60B37A33-0EE3-4CBE-96E1-E1D4C26E0BDA}" srcOrd="0" destOrd="0" presId="urn:microsoft.com/office/officeart/2005/8/layout/cycle2"/>
    <dgm:cxn modelId="{B9B526FA-BB64-4DA6-A82B-DB03296C6AF1}" type="presOf" srcId="{B26EDD64-2FFE-4EA2-BB08-22A1FE6EAAAE}" destId="{1B353912-FBC0-4748-A5C5-E50A43AD7C42}" srcOrd="1" destOrd="0" presId="urn:microsoft.com/office/officeart/2005/8/layout/cycle2"/>
    <dgm:cxn modelId="{499F7CFF-C1CD-4951-8AFC-9EFFFCD7315C}" type="presOf" srcId="{B4A8CF60-E097-47ED-B4F0-ED86083FBFF3}" destId="{8CEBEAEF-54C0-42D3-A5D2-A3DF32EE6630}" srcOrd="0" destOrd="0" presId="urn:microsoft.com/office/officeart/2005/8/layout/cycle2"/>
    <dgm:cxn modelId="{ACE91209-7268-4057-82C7-07C58CC3023E}" type="presParOf" srcId="{641EA786-D1AD-4B34-BB71-063CF4339C97}" destId="{5F4116F7-7328-4DDC-A3AD-B3D43F7CC6F7}" srcOrd="0" destOrd="0" presId="urn:microsoft.com/office/officeart/2005/8/layout/cycle2"/>
    <dgm:cxn modelId="{95211B2C-F5E7-4DAE-B2CF-EEF56C6C35F3}" type="presParOf" srcId="{641EA786-D1AD-4B34-BB71-063CF4339C97}" destId="{60B37A33-0EE3-4CBE-96E1-E1D4C26E0BDA}" srcOrd="1" destOrd="0" presId="urn:microsoft.com/office/officeart/2005/8/layout/cycle2"/>
    <dgm:cxn modelId="{27616396-C359-419E-8C03-616C71A8032E}" type="presParOf" srcId="{60B37A33-0EE3-4CBE-96E1-E1D4C26E0BDA}" destId="{3C1763AD-AE55-4026-AD6B-D5F2A6D8500E}" srcOrd="0" destOrd="0" presId="urn:microsoft.com/office/officeart/2005/8/layout/cycle2"/>
    <dgm:cxn modelId="{5A187E33-EECB-4DA0-81A8-C00BF7F69CEC}" type="presParOf" srcId="{641EA786-D1AD-4B34-BB71-063CF4339C97}" destId="{AB77B68F-29A9-4BCE-B85F-67E09FBD078A}" srcOrd="2" destOrd="0" presId="urn:microsoft.com/office/officeart/2005/8/layout/cycle2"/>
    <dgm:cxn modelId="{A6C5AD0C-A796-413A-BE74-24D6BF3423B4}" type="presParOf" srcId="{641EA786-D1AD-4B34-BB71-063CF4339C97}" destId="{D86AF8BD-0CD7-4D4E-9604-56F15078B24F}" srcOrd="3" destOrd="0" presId="urn:microsoft.com/office/officeart/2005/8/layout/cycle2"/>
    <dgm:cxn modelId="{6B2C6DAC-D6DC-4B4D-8C9D-72F9E545DC07}" type="presParOf" srcId="{D86AF8BD-0CD7-4D4E-9604-56F15078B24F}" destId="{4D62E377-2FD2-432A-8D31-EA8D0FC2B566}" srcOrd="0" destOrd="0" presId="urn:microsoft.com/office/officeart/2005/8/layout/cycle2"/>
    <dgm:cxn modelId="{60C58718-A9B5-457C-8C62-E92E7B04670C}" type="presParOf" srcId="{641EA786-D1AD-4B34-BB71-063CF4339C97}" destId="{3EACA1BE-AAC2-4FA1-9C67-8208AC87F4B5}" srcOrd="4" destOrd="0" presId="urn:microsoft.com/office/officeart/2005/8/layout/cycle2"/>
    <dgm:cxn modelId="{11DDBA49-0363-475E-A186-508C78DA9D17}" type="presParOf" srcId="{641EA786-D1AD-4B34-BB71-063CF4339C97}" destId="{E6AFEECB-5B94-4F11-B40B-9A9D1D2116BC}" srcOrd="5" destOrd="0" presId="urn:microsoft.com/office/officeart/2005/8/layout/cycle2"/>
    <dgm:cxn modelId="{6412DE8D-38F9-4F57-981D-B096FE8EB5C1}" type="presParOf" srcId="{E6AFEECB-5B94-4F11-B40B-9A9D1D2116BC}" destId="{9224C774-936F-4F17-AE94-D0201CDF2F4B}" srcOrd="0" destOrd="0" presId="urn:microsoft.com/office/officeart/2005/8/layout/cycle2"/>
    <dgm:cxn modelId="{265B13E9-A071-4585-8D42-1A3E05B1A50A}" type="presParOf" srcId="{641EA786-D1AD-4B34-BB71-063CF4339C97}" destId="{F9D2D49B-82F5-4EF2-AFD4-A42E6B2682A1}" srcOrd="6" destOrd="0" presId="urn:microsoft.com/office/officeart/2005/8/layout/cycle2"/>
    <dgm:cxn modelId="{9A8494A2-91B8-4CF4-A236-02DC37AB38AA}" type="presParOf" srcId="{641EA786-D1AD-4B34-BB71-063CF4339C97}" destId="{9525AC21-2F0B-4535-9BE1-01B7C03B7FAC}" srcOrd="7" destOrd="0" presId="urn:microsoft.com/office/officeart/2005/8/layout/cycle2"/>
    <dgm:cxn modelId="{E50668A7-FBA8-4614-9E10-E22F811920EA}" type="presParOf" srcId="{9525AC21-2F0B-4535-9BE1-01B7C03B7FAC}" destId="{16E51268-25A2-4BB9-B483-16515105A1A9}" srcOrd="0" destOrd="0" presId="urn:microsoft.com/office/officeart/2005/8/layout/cycle2"/>
    <dgm:cxn modelId="{9BE3CBA7-260E-4572-AC9E-865EF3FC2CE9}" type="presParOf" srcId="{641EA786-D1AD-4B34-BB71-063CF4339C97}" destId="{437BF0B5-CBF6-4EC6-B1FE-9FC54FD70F30}" srcOrd="8" destOrd="0" presId="urn:microsoft.com/office/officeart/2005/8/layout/cycle2"/>
    <dgm:cxn modelId="{94E54983-9D39-4FFA-AA35-7ECBA6ECE4CD}" type="presParOf" srcId="{641EA786-D1AD-4B34-BB71-063CF4339C97}" destId="{F771FFF7-AAA1-4B22-A215-E497C653DFD5}" srcOrd="9" destOrd="0" presId="urn:microsoft.com/office/officeart/2005/8/layout/cycle2"/>
    <dgm:cxn modelId="{E7582C87-DC6C-4E5F-8EA2-9A1DC9FC5601}" type="presParOf" srcId="{F771FFF7-AAA1-4B22-A215-E497C653DFD5}" destId="{C70F5CDB-7240-40A6-9CED-FDD9A30D4852}" srcOrd="0" destOrd="0" presId="urn:microsoft.com/office/officeart/2005/8/layout/cycle2"/>
    <dgm:cxn modelId="{73CC3A71-B706-426D-BE55-5018B0C9DB51}" type="presParOf" srcId="{641EA786-D1AD-4B34-BB71-063CF4339C97}" destId="{8DDB05CF-B724-4B2D-AEF6-129A262E3FEF}" srcOrd="10" destOrd="0" presId="urn:microsoft.com/office/officeart/2005/8/layout/cycle2"/>
    <dgm:cxn modelId="{F2216B8C-B722-44AB-9801-34D996CC1374}" type="presParOf" srcId="{641EA786-D1AD-4B34-BB71-063CF4339C97}" destId="{37ADF724-B856-43E6-B564-E2E6DF3A8EFC}" srcOrd="11" destOrd="0" presId="urn:microsoft.com/office/officeart/2005/8/layout/cycle2"/>
    <dgm:cxn modelId="{AA7C4109-131B-4344-BB31-0A7D3096CD43}" type="presParOf" srcId="{37ADF724-B856-43E6-B564-E2E6DF3A8EFC}" destId="{1B353912-FBC0-4748-A5C5-E50A43AD7C42}" srcOrd="0" destOrd="0" presId="urn:microsoft.com/office/officeart/2005/8/layout/cycle2"/>
    <dgm:cxn modelId="{9D784A75-8C44-49A5-9A67-9659004909D2}" type="presParOf" srcId="{641EA786-D1AD-4B34-BB71-063CF4339C97}" destId="{8CEBEAEF-54C0-42D3-A5D2-A3DF32EE6630}" srcOrd="12" destOrd="0" presId="urn:microsoft.com/office/officeart/2005/8/layout/cycle2"/>
    <dgm:cxn modelId="{5FAF9ECC-2BEA-451E-A3B4-4B3550572AE2}" type="presParOf" srcId="{641EA786-D1AD-4B34-BB71-063CF4339C97}" destId="{6AE49C1A-0708-486E-9CB0-AF4FA538AC05}" srcOrd="13" destOrd="0" presId="urn:microsoft.com/office/officeart/2005/8/layout/cycle2"/>
    <dgm:cxn modelId="{29CB9A99-80F7-4451-9ABD-6FEF021DFD14}" type="presParOf" srcId="{6AE49C1A-0708-486E-9CB0-AF4FA538AC05}" destId="{80FB9D60-DE73-4740-82C6-A729852B4885}" srcOrd="0" destOrd="0" presId="urn:microsoft.com/office/officeart/2005/8/layout/cycle2"/>
    <dgm:cxn modelId="{2028F84E-BDE9-44E7-BE82-87E2D0D2DCDE}" type="presParOf" srcId="{641EA786-D1AD-4B34-BB71-063CF4339C97}" destId="{C0AF5B20-4E1A-40A9-96CC-D1ECBAF8C9FC}" srcOrd="14" destOrd="0" presId="urn:microsoft.com/office/officeart/2005/8/layout/cycle2"/>
    <dgm:cxn modelId="{0AE46931-254D-493E-87B5-7038B7E30F92}" type="presParOf" srcId="{641EA786-D1AD-4B34-BB71-063CF4339C97}" destId="{96944785-CF61-4411-B181-ECEDA7DE91A2}" srcOrd="15" destOrd="0" presId="urn:microsoft.com/office/officeart/2005/8/layout/cycle2"/>
    <dgm:cxn modelId="{D61CAFA1-5A5B-490A-90F1-AEBA9DDA33DE}" type="presParOf" srcId="{96944785-CF61-4411-B181-ECEDA7DE91A2}" destId="{0472D24E-DA78-4646-A092-286094FC48ED}" srcOrd="0" destOrd="0" presId="urn:microsoft.com/office/officeart/2005/8/layout/cycle2"/>
    <dgm:cxn modelId="{D6678D39-D4F7-409B-B9DA-0BC4F295DAE8}" type="presParOf" srcId="{641EA786-D1AD-4B34-BB71-063CF4339C97}" destId="{B36BAC28-20F3-4D47-AE16-B49084430D7A}" srcOrd="16" destOrd="0" presId="urn:microsoft.com/office/officeart/2005/8/layout/cycle2"/>
    <dgm:cxn modelId="{69C0A65D-EEA6-44E6-8912-C20813ED50C4}" type="presParOf" srcId="{641EA786-D1AD-4B34-BB71-063CF4339C97}" destId="{05343FFC-79B5-434F-8930-6316C0E83FB3}" srcOrd="17" destOrd="0" presId="urn:microsoft.com/office/officeart/2005/8/layout/cycle2"/>
    <dgm:cxn modelId="{8D81BB88-C3D7-4B61-B490-A6EF875C9894}" type="presParOf" srcId="{05343FFC-79B5-434F-8930-6316C0E83FB3}" destId="{7081301D-D8F1-4EBE-896A-806D906A48AE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4116F7-7328-4DDC-A3AD-B3D43F7CC6F7}">
      <dsp:nvSpPr>
        <dsp:cNvPr id="0" name=""/>
        <dsp:cNvSpPr/>
      </dsp:nvSpPr>
      <dsp:spPr>
        <a:xfrm>
          <a:off x="3990498" y="2283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IDLE /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LOCKED</a:t>
          </a:r>
        </a:p>
      </dsp:txBody>
      <dsp:txXfrm>
        <a:off x="4178670" y="190455"/>
        <a:ext cx="908578" cy="908578"/>
      </dsp:txXfrm>
    </dsp:sp>
    <dsp:sp modelId="{60B37A33-0EE3-4CBE-96E1-E1D4C26E0BDA}">
      <dsp:nvSpPr>
        <dsp:cNvPr id="0" name=""/>
        <dsp:cNvSpPr/>
      </dsp:nvSpPr>
      <dsp:spPr>
        <a:xfrm rot="1200000">
          <a:off x="5233261" y="754904"/>
          <a:ext cx="596194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</dsp:txBody>
      <dsp:txXfrm>
        <a:off x="5237184" y="819388"/>
        <a:ext cx="466096" cy="260197"/>
      </dsp:txXfrm>
    </dsp:sp>
    <dsp:sp modelId="{AB77B68F-29A9-4BCE-B85F-67E09FBD078A}">
      <dsp:nvSpPr>
        <dsp:cNvPr id="0" name=""/>
        <dsp:cNvSpPr/>
      </dsp:nvSpPr>
      <dsp:spPr>
        <a:xfrm>
          <a:off x="5805525" y="662898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DIGIT 1</a:t>
          </a:r>
        </a:p>
      </dsp:txBody>
      <dsp:txXfrm>
        <a:off x="5993697" y="851070"/>
        <a:ext cx="908578" cy="908578"/>
      </dsp:txXfrm>
    </dsp:sp>
    <dsp:sp modelId="{D86AF8BD-0CD7-4D4E-9604-56F15078B24F}">
      <dsp:nvSpPr>
        <dsp:cNvPr id="0" name=""/>
        <dsp:cNvSpPr/>
      </dsp:nvSpPr>
      <dsp:spPr>
        <a:xfrm rot="3600000">
          <a:off x="6630506" y="1916498"/>
          <a:ext cx="591016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6663031" y="1946896"/>
        <a:ext cx="460918" cy="260197"/>
      </dsp:txXfrm>
    </dsp:sp>
    <dsp:sp modelId="{3EACA1BE-AAC2-4FA1-9C67-8208AC87F4B5}">
      <dsp:nvSpPr>
        <dsp:cNvPr id="0" name=""/>
        <dsp:cNvSpPr/>
      </dsp:nvSpPr>
      <dsp:spPr>
        <a:xfrm>
          <a:off x="6771280" y="2335636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DIGIT 2</a:t>
          </a:r>
        </a:p>
      </dsp:txBody>
      <dsp:txXfrm>
        <a:off x="6959452" y="2523808"/>
        <a:ext cx="908578" cy="908578"/>
      </dsp:txXfrm>
    </dsp:sp>
    <dsp:sp modelId="{E6AFEECB-5B94-4F11-B40B-9A9D1D2116BC}">
      <dsp:nvSpPr>
        <dsp:cNvPr id="0" name=""/>
        <dsp:cNvSpPr/>
      </dsp:nvSpPr>
      <dsp:spPr>
        <a:xfrm rot="6000000">
          <a:off x="6919192" y="3702798"/>
          <a:ext cx="657063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0800000">
        <a:off x="6995537" y="3725469"/>
        <a:ext cx="526965" cy="260197"/>
      </dsp:txXfrm>
    </dsp:sp>
    <dsp:sp modelId="{F9D2D49B-82F5-4EF2-AFD4-A42E6B2682A1}">
      <dsp:nvSpPr>
        <dsp:cNvPr id="0" name=""/>
        <dsp:cNvSpPr/>
      </dsp:nvSpPr>
      <dsp:spPr>
        <a:xfrm>
          <a:off x="6435877" y="4237803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DIGIT 3</a:t>
          </a:r>
        </a:p>
      </dsp:txBody>
      <dsp:txXfrm>
        <a:off x="6624049" y="4425975"/>
        <a:ext cx="908578" cy="908578"/>
      </dsp:txXfrm>
    </dsp:sp>
    <dsp:sp modelId="{9525AC21-2F0B-4535-9BE1-01B7C03B7FAC}">
      <dsp:nvSpPr>
        <dsp:cNvPr id="0" name=""/>
        <dsp:cNvSpPr/>
      </dsp:nvSpPr>
      <dsp:spPr>
        <a:xfrm rot="8400000">
          <a:off x="6034730" y="5277975"/>
          <a:ext cx="622451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0800000">
        <a:off x="6149609" y="5322894"/>
        <a:ext cx="492353" cy="260197"/>
      </dsp:txXfrm>
    </dsp:sp>
    <dsp:sp modelId="{437BF0B5-CBF6-4EC6-B1FE-9FC54FD70F30}">
      <dsp:nvSpPr>
        <dsp:cNvPr id="0" name=""/>
        <dsp:cNvSpPr/>
      </dsp:nvSpPr>
      <dsp:spPr>
        <a:xfrm>
          <a:off x="4956254" y="5479354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DIGIT 4</a:t>
          </a:r>
        </a:p>
      </dsp:txBody>
      <dsp:txXfrm>
        <a:off x="5144426" y="5667526"/>
        <a:ext cx="908578" cy="908578"/>
      </dsp:txXfrm>
    </dsp:sp>
    <dsp:sp modelId="{F771FFF7-AAA1-4B22-A215-E497C653DFD5}">
      <dsp:nvSpPr>
        <dsp:cNvPr id="0" name=""/>
        <dsp:cNvSpPr/>
      </dsp:nvSpPr>
      <dsp:spPr>
        <a:xfrm rot="10800000">
          <a:off x="4338189" y="5904985"/>
          <a:ext cx="608939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0800000">
        <a:off x="4468287" y="5991717"/>
        <a:ext cx="478841" cy="260197"/>
      </dsp:txXfrm>
    </dsp:sp>
    <dsp:sp modelId="{8DDB05CF-B724-4B2D-AEF6-129A262E3FEF}">
      <dsp:nvSpPr>
        <dsp:cNvPr id="0" name=""/>
        <dsp:cNvSpPr/>
      </dsp:nvSpPr>
      <dsp:spPr>
        <a:xfrm>
          <a:off x="3024743" y="5479354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dirty="0"/>
            <a:t>CHECK PASSWORD</a:t>
          </a:r>
          <a:endParaRPr lang="en-IN" sz="1300" kern="1200" dirty="0"/>
        </a:p>
      </dsp:txBody>
      <dsp:txXfrm>
        <a:off x="3212915" y="5667526"/>
        <a:ext cx="908578" cy="908578"/>
      </dsp:txXfrm>
    </dsp:sp>
    <dsp:sp modelId="{37ADF724-B856-43E6-B564-E2E6DF3A8EFC}">
      <dsp:nvSpPr>
        <dsp:cNvPr id="0" name=""/>
        <dsp:cNvSpPr/>
      </dsp:nvSpPr>
      <dsp:spPr>
        <a:xfrm rot="10976924">
          <a:off x="1651402" y="5834031"/>
          <a:ext cx="1276680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 rot="10800000">
        <a:off x="1781414" y="5924109"/>
        <a:ext cx="1146582" cy="260197"/>
      </dsp:txXfrm>
    </dsp:sp>
    <dsp:sp modelId="{8CEBEAEF-54C0-42D3-A5D2-A3DF32EE6630}">
      <dsp:nvSpPr>
        <dsp:cNvPr id="0" name=""/>
        <dsp:cNvSpPr/>
      </dsp:nvSpPr>
      <dsp:spPr>
        <a:xfrm>
          <a:off x="224303" y="5335101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UNLOCKED</a:t>
          </a:r>
          <a:endParaRPr lang="en-IN" sz="1200" kern="1200" dirty="0"/>
        </a:p>
      </dsp:txBody>
      <dsp:txXfrm>
        <a:off x="412475" y="5523273"/>
        <a:ext cx="908578" cy="908578"/>
      </dsp:txXfrm>
    </dsp:sp>
    <dsp:sp modelId="{6AE49C1A-0708-486E-9CB0-AF4FA538AC05}">
      <dsp:nvSpPr>
        <dsp:cNvPr id="0" name=""/>
        <dsp:cNvSpPr/>
      </dsp:nvSpPr>
      <dsp:spPr>
        <a:xfrm rot="3396572" flipH="1">
          <a:off x="2342658" y="4988988"/>
          <a:ext cx="1010829" cy="43366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2443506" y="5130032"/>
        <a:ext cx="880731" cy="260197"/>
      </dsp:txXfrm>
    </dsp:sp>
    <dsp:sp modelId="{C0AF5B20-4E1A-40A9-96CC-D1ECBAF8C9FC}">
      <dsp:nvSpPr>
        <dsp:cNvPr id="0" name=""/>
        <dsp:cNvSpPr/>
      </dsp:nvSpPr>
      <dsp:spPr>
        <a:xfrm>
          <a:off x="1494182" y="3337566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i="0" kern="1200" dirty="0"/>
            <a:t>LOCKED OUT</a:t>
          </a:r>
          <a:endParaRPr lang="en-IN" sz="1600" kern="1200" dirty="0"/>
        </a:p>
      </dsp:txBody>
      <dsp:txXfrm>
        <a:off x="1682354" y="3525738"/>
        <a:ext cx="908578" cy="908578"/>
      </dsp:txXfrm>
    </dsp:sp>
    <dsp:sp modelId="{96944785-CF61-4411-B181-ECEDA7DE91A2}">
      <dsp:nvSpPr>
        <dsp:cNvPr id="0" name=""/>
        <dsp:cNvSpPr/>
      </dsp:nvSpPr>
      <dsp:spPr>
        <a:xfrm rot="5694823" flipH="1">
          <a:off x="3459386" y="4740831"/>
          <a:ext cx="945374" cy="4684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3523638" y="4904539"/>
        <a:ext cx="804832" cy="281085"/>
      </dsp:txXfrm>
    </dsp:sp>
    <dsp:sp modelId="{B36BAC28-20F3-4D47-AE16-B49084430D7A}">
      <dsp:nvSpPr>
        <dsp:cNvPr id="0" name=""/>
        <dsp:cNvSpPr/>
      </dsp:nvSpPr>
      <dsp:spPr>
        <a:xfrm>
          <a:off x="3462169" y="3091188"/>
          <a:ext cx="1284922" cy="1284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WRONG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PASSWORD</a:t>
          </a:r>
          <a:endParaRPr lang="en-IN" sz="1200" kern="1200" dirty="0"/>
        </a:p>
      </dsp:txBody>
      <dsp:txXfrm>
        <a:off x="3650341" y="3279360"/>
        <a:ext cx="908578" cy="908578"/>
      </dsp:txXfrm>
    </dsp:sp>
    <dsp:sp modelId="{05343FFC-79B5-434F-8930-6316C0E83FB3}">
      <dsp:nvSpPr>
        <dsp:cNvPr id="0" name=""/>
        <dsp:cNvSpPr/>
      </dsp:nvSpPr>
      <dsp:spPr>
        <a:xfrm rot="16782360">
          <a:off x="3540427" y="1943022"/>
          <a:ext cx="1647383" cy="54702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/>
        </a:p>
      </dsp:txBody>
      <dsp:txXfrm>
        <a:off x="3608646" y="2133304"/>
        <a:ext cx="1483277" cy="328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2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3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00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23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8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0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9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1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72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0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59374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526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5406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762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61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44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33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85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13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53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525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960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995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2759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730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890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0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0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1161D7C-87B9-76B9-2F35-C5D44E53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604" y="-1970607"/>
            <a:ext cx="5449824" cy="89579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609599" y="1734532"/>
            <a:ext cx="8195036" cy="49534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b="1" dirty="0"/>
              <a:t>Dr. B.R. Ambedkar National Institute of Technology Jalandhar</a:t>
            </a:r>
          </a:p>
          <a:p>
            <a:pPr marL="0" indent="0" algn="ctr">
              <a:buNone/>
            </a:pPr>
            <a:r>
              <a:rPr lang="en-IN" b="1" dirty="0"/>
              <a:t>Jalandhar(144008), Punjab</a:t>
            </a:r>
          </a:p>
          <a:p>
            <a:pPr marL="0" indent="0" algn="ctr">
              <a:buNone/>
            </a:pPr>
            <a:r>
              <a:rPr lang="en-IN" sz="4400" b="1" dirty="0">
                <a:solidFill>
                  <a:srgbClr val="92D050"/>
                </a:solidFill>
              </a:rPr>
              <a:t>Password Lock FSM</a:t>
            </a:r>
          </a:p>
          <a:p>
            <a:pPr marL="0" indent="0">
              <a:buNone/>
            </a:pPr>
            <a:r>
              <a:rPr lang="en-IN" sz="2400" b="1" dirty="0"/>
              <a:t> </a:t>
            </a:r>
            <a:r>
              <a:rPr lang="en-IN" sz="1400" dirty="0"/>
              <a:t>Submitted to:                                                                              Submitted by:</a:t>
            </a:r>
          </a:p>
          <a:p>
            <a:pPr marL="0" indent="0">
              <a:buNone/>
            </a:pPr>
            <a:r>
              <a:rPr lang="en-IN" sz="1400" dirty="0"/>
              <a:t>                                                                                                    Group 6</a:t>
            </a:r>
          </a:p>
          <a:p>
            <a:pPr marL="0" indent="0">
              <a:buNone/>
            </a:pPr>
            <a:r>
              <a:rPr lang="en-IN" sz="1400" dirty="0"/>
              <a:t>  Dr. Tarun Chaudhary                                                                    Aditya (25904138)</a:t>
            </a:r>
          </a:p>
          <a:p>
            <a:pPr marL="0" indent="0">
              <a:buNone/>
            </a:pPr>
            <a:r>
              <a:rPr lang="en-IN" sz="1400" dirty="0"/>
              <a:t>  Assistant Professor, ECE                                                               Mayank Verma (25904145)</a:t>
            </a:r>
          </a:p>
          <a:p>
            <a:pPr marL="0" indent="0">
              <a:buNone/>
            </a:pPr>
            <a:r>
              <a:rPr lang="en-IN" sz="1400" dirty="0"/>
              <a:t>  NITJ, Jalandhar                                                                          Sarthak Singhal (25204131)</a:t>
            </a:r>
          </a:p>
          <a:p>
            <a:pPr marL="0" indent="0">
              <a:buNone/>
            </a:pPr>
            <a:r>
              <a:rPr lang="en-IN" sz="1400" dirty="0"/>
              <a:t>                                                                                                   Karthikeyan (25904141)</a:t>
            </a:r>
          </a:p>
          <a:p>
            <a:pPr marL="0" indent="0">
              <a:buNone/>
            </a:pPr>
            <a:r>
              <a:rPr lang="en-IN" sz="1400" dirty="0"/>
              <a:t>                                                                                                   </a:t>
            </a:r>
            <a:r>
              <a:rPr lang="en-IN" sz="1400" dirty="0" err="1"/>
              <a:t>Pradhum</a:t>
            </a:r>
            <a:r>
              <a:rPr lang="en-IN" sz="1400" dirty="0"/>
              <a:t> Kumar (25904147)</a:t>
            </a:r>
            <a:endParaRPr lang="en-IN" dirty="0"/>
          </a:p>
        </p:txBody>
      </p:sp>
      <p:pic>
        <p:nvPicPr>
          <p:cNvPr id="205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07A19661-D594-0EB3-0F49-A9483CE70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880" y="170037"/>
            <a:ext cx="1920240" cy="145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0634-D564-7EF2-C30C-781E56775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6713"/>
          </a:xfrm>
        </p:spPr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8EE65-107D-20FF-F15F-9FC3336D1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51728"/>
            <a:ext cx="6347714" cy="458963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This project demonstrates how FSMs can create robust security applications with features like:</a:t>
            </a:r>
          </a:p>
          <a:p>
            <a:pPr lvl="0"/>
            <a:r>
              <a:rPr lang="en-IN" dirty="0"/>
              <a:t>4-digit password entry system</a:t>
            </a:r>
          </a:p>
          <a:p>
            <a:pPr lvl="0"/>
            <a:r>
              <a:rPr lang="en-IN" dirty="0"/>
              <a:t>Failed attempt tracking (3 attempts before lockout)</a:t>
            </a:r>
          </a:p>
          <a:p>
            <a:pPr lvl="0"/>
            <a:r>
              <a:rPr lang="en-IN" dirty="0"/>
              <a:t>Automatic timeout reset</a:t>
            </a:r>
          </a:p>
          <a:p>
            <a:pPr lvl="0"/>
            <a:r>
              <a:rPr lang="en-IN" dirty="0"/>
              <a:t>Timed unlock duration</a:t>
            </a:r>
          </a:p>
          <a:p>
            <a:pPr lvl="0"/>
            <a:r>
              <a:rPr lang="en-IN" dirty="0"/>
              <a:t>Password change capability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Helps understand how to architect a state machine that handles complex sequential logic and security protocols.</a:t>
            </a:r>
          </a:p>
          <a:p>
            <a:endParaRPr lang="en-IN" dirty="0"/>
          </a:p>
        </p:txBody>
      </p:sp>
      <p:pic>
        <p:nvPicPr>
          <p:cNvPr id="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D5DAEE25-7423-A2CF-E23B-C8475591F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9907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A23E37ED-79C0-08BB-C819-5A1C6E0A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008" y="58761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81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85567"/>
          </a:xfrm>
        </p:spPr>
        <p:txBody>
          <a:bodyPr/>
          <a:lstStyle/>
          <a:p>
            <a:r>
              <a:rPr lang="en-US" dirty="0"/>
              <a:t>Password Lock FSM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58" y="1625771"/>
            <a:ext cx="7620001" cy="4646196"/>
          </a:xfrm>
        </p:spPr>
        <p:txBody>
          <a:bodyPr>
            <a:normAutofit/>
          </a:bodyPr>
          <a:lstStyle/>
          <a:p>
            <a:r>
              <a:rPr lang="en-US" sz="1600" dirty="0"/>
              <a:t>Password Lock FSM is a security mechanism that grants access to           anything like device or may be doors/ lockers cars etc. only when the correct password is entered.</a:t>
            </a:r>
          </a:p>
          <a:p>
            <a:r>
              <a:rPr lang="en-US" sz="1600" dirty="0"/>
              <a:t>Widely used in digital security systems like electronic safes, electronic       door locks, and embedded devices.</a:t>
            </a:r>
          </a:p>
          <a:p>
            <a:r>
              <a:rPr lang="en-US" sz="1600" dirty="0"/>
              <a:t>It ensures protection against unauthorized access.</a:t>
            </a:r>
          </a:p>
          <a:p>
            <a:r>
              <a:rPr lang="en-IN" sz="1600" dirty="0"/>
              <a:t>At the heart of these systems lies a simple yet powerful concept: </a:t>
            </a:r>
          </a:p>
          <a:p>
            <a:pPr marL="0" indent="0">
              <a:buNone/>
            </a:pPr>
            <a:r>
              <a:rPr lang="en-IN" sz="1600" dirty="0"/>
              <a:t>      Finite State Machine (FSM). </a:t>
            </a:r>
          </a:p>
          <a:p>
            <a:endParaRPr lang="en-US" sz="1600" dirty="0"/>
          </a:p>
          <a:p>
            <a:pPr>
              <a:lnSpc>
                <a:spcPct val="150000"/>
              </a:lnSpc>
            </a:pPr>
            <a:endParaRPr sz="1200" dirty="0"/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39023F8D-533D-D41F-EB2E-338C416A8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3B1A-5142-A864-2C96-F38086724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63019"/>
          </a:xfrm>
        </p:spPr>
        <p:txBody>
          <a:bodyPr/>
          <a:lstStyle/>
          <a:p>
            <a:r>
              <a:rPr lang="en-US" dirty="0"/>
              <a:t>Finite State Machine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F8561-DAD1-DA1F-2084-64BF2F75D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512755"/>
            <a:ext cx="6347714" cy="47687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Finite State Machine is a sequential logic model used to design systems that operate through a series of well-defined states. The system moves from one state to another based on input signals and predefined rules.</a:t>
            </a:r>
          </a:p>
          <a:p>
            <a:r>
              <a:rPr lang="en-US" dirty="0"/>
              <a:t>FSM consists of a finite number of states.</a:t>
            </a:r>
          </a:p>
          <a:p>
            <a:r>
              <a:rPr lang="en-US" dirty="0"/>
              <a:t>The system can be in only one state at a time.</a:t>
            </a:r>
          </a:p>
          <a:p>
            <a:r>
              <a:rPr lang="en-US" dirty="0"/>
              <a:t>State transitions occur when specific inputs or conditions are met.</a:t>
            </a:r>
          </a:p>
          <a:p>
            <a:r>
              <a:rPr lang="en-US" dirty="0"/>
              <a:t>Used to design control-oriented digital systems.</a:t>
            </a:r>
          </a:p>
          <a:p>
            <a:endParaRPr lang="en-IN" dirty="0"/>
          </a:p>
        </p:txBody>
      </p:sp>
      <p:pic>
        <p:nvPicPr>
          <p:cNvPr id="6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E03CF255-71F4-DC02-D6D1-16F12B829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833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89F6-D7FF-C9DB-9C08-EAF11944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FSM Works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23847-E7A7-E407-B3B0-9342D547E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19754"/>
            <a:ext cx="7032396" cy="4942926"/>
          </a:xfrm>
          <a:prstGeom prst="rect">
            <a:avLst/>
          </a:prstGeom>
        </p:spPr>
      </p:pic>
      <p:pic>
        <p:nvPicPr>
          <p:cNvPr id="6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CEBEFA8A-9949-0F55-87F6-3B3682DBB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101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25696F-741E-92D5-B4FD-ABA077EED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FSM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0B7592-5BB7-4E27-8F24-6ED6ACE35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517715"/>
            <a:ext cx="3090672" cy="643268"/>
          </a:xfrm>
        </p:spPr>
        <p:txBody>
          <a:bodyPr/>
          <a:lstStyle/>
          <a:p>
            <a:pPr algn="ctr"/>
            <a:r>
              <a:rPr lang="en-US" dirty="0"/>
              <a:t>Mealy Machine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8A4E151-BA52-5303-E4C8-7B032BA0D1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77072" y="2403835"/>
            <a:ext cx="3840967" cy="363752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5587C1-2C4E-38BD-062F-C3F1EEFE9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33788" y="1517715"/>
            <a:ext cx="3090672" cy="643268"/>
          </a:xfrm>
        </p:spPr>
        <p:txBody>
          <a:bodyPr/>
          <a:lstStyle/>
          <a:p>
            <a:pPr algn="ctr"/>
            <a:r>
              <a:rPr lang="en-US" dirty="0"/>
              <a:t>Moore Machine</a:t>
            </a:r>
            <a:endParaRPr lang="en-IN" dirty="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B2D32E4-A85A-0C22-62BC-D84F85B97C4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4572000" y="2403834"/>
            <a:ext cx="3323391" cy="3637527"/>
          </a:xfrm>
          <a:prstGeom prst="rect">
            <a:avLst/>
          </a:prstGeom>
        </p:spPr>
      </p:pic>
      <p:pic>
        <p:nvPicPr>
          <p:cNvPr id="1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AB7E3942-A321-000D-5766-A98556610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9907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8372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F1DED0-D969-ED0E-FC71-89DCB80DE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68751"/>
          </a:xfrm>
        </p:spPr>
        <p:txBody>
          <a:bodyPr>
            <a:normAutofit fontScale="90000"/>
          </a:bodyPr>
          <a:lstStyle/>
          <a:p>
            <a:r>
              <a:rPr lang="en-US" dirty="0"/>
              <a:t>Why use FSM for Password Lock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9C157F-7F1F-7A4B-30E7-90EC537D8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76314"/>
            <a:ext cx="6347714" cy="4665050"/>
          </a:xfrm>
        </p:spPr>
        <p:txBody>
          <a:bodyPr/>
          <a:lstStyle/>
          <a:p>
            <a:r>
              <a:rPr lang="en-US" sz="2000" dirty="0"/>
              <a:t>FSM allows stepwise verification of input digits</a:t>
            </a:r>
          </a:p>
          <a:p>
            <a:r>
              <a:rPr lang="en-US" sz="2000" dirty="0"/>
              <a:t>Ensures deterministic behavior</a:t>
            </a:r>
          </a:p>
          <a:p>
            <a:r>
              <a:rPr lang="en-US" sz="2000" dirty="0"/>
              <a:t>Reliable for embedded security applications</a:t>
            </a:r>
          </a:p>
          <a:p>
            <a:r>
              <a:rPr lang="en-US" sz="2000" dirty="0"/>
              <a:t>Easy to Handle Wrong Inputs.</a:t>
            </a:r>
          </a:p>
          <a:p>
            <a:r>
              <a:rPr lang="en-US" sz="2000" dirty="0"/>
              <a:t>Supports Reset and Retry Logic</a:t>
            </a:r>
          </a:p>
          <a:p>
            <a:r>
              <a:rPr lang="en-IN" sz="2000" dirty="0"/>
              <a:t>Simplifies Debugging and Simulation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9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349809AE-AB45-D39E-D7AE-47734437E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99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3C5F-178F-C99B-6406-B23BA11C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72445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008DB-D34C-89FE-A770-30C52A1DA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57460"/>
            <a:ext cx="6347714" cy="4683903"/>
          </a:xfrm>
        </p:spPr>
        <p:txBody>
          <a:bodyPr/>
          <a:lstStyle/>
          <a:p>
            <a:pPr marL="0" indent="0">
              <a:buNone/>
            </a:pPr>
            <a:r>
              <a:rPr lang="en-IN" sz="2400" b="1" dirty="0"/>
              <a:t>1. Input Interface</a:t>
            </a:r>
          </a:p>
          <a:p>
            <a:r>
              <a:rPr lang="en-US" dirty="0"/>
              <a:t>Digit Input (4-bit)</a:t>
            </a:r>
          </a:p>
          <a:p>
            <a:r>
              <a:rPr lang="en-US" dirty="0"/>
              <a:t>Enter Button</a:t>
            </a:r>
          </a:p>
          <a:p>
            <a:r>
              <a:rPr lang="en-US" dirty="0"/>
              <a:t>Change Password Button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2. Edge Detection Module</a:t>
            </a:r>
          </a:p>
          <a:p>
            <a:r>
              <a:rPr lang="en-US" dirty="0"/>
              <a:t>Detect a clean </a:t>
            </a:r>
            <a:r>
              <a:rPr lang="en-US" b="1" dirty="0"/>
              <a:t>rising pulse</a:t>
            </a:r>
            <a:r>
              <a:rPr lang="en-US" dirty="0"/>
              <a:t> from the enter button.</a:t>
            </a:r>
          </a:p>
          <a:p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C484AB7F-15ED-97F4-3BBD-1CCFEA199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3262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270F-A62D-CABC-EB1E-FFD5A672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85567"/>
          </a:xfrm>
        </p:spPr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9737E-5936-A1E9-9CC1-BCB74506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53766"/>
            <a:ext cx="8006500" cy="560423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3. FSM Controller</a:t>
            </a:r>
          </a:p>
          <a:p>
            <a:r>
              <a:rPr lang="en-IN" dirty="0"/>
              <a:t>This is the </a:t>
            </a:r>
            <a:r>
              <a:rPr lang="en-IN" b="1" dirty="0"/>
              <a:t>core of the system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b="1" dirty="0"/>
              <a:t>      States</a:t>
            </a:r>
          </a:p>
          <a:p>
            <a:pPr lvl="0"/>
            <a:r>
              <a:rPr lang="en-IN" b="1" dirty="0"/>
              <a:t>IDLE</a:t>
            </a:r>
            <a:r>
              <a:rPr lang="en-IN" dirty="0"/>
              <a:t>: Initial locked state, waiting for first digit</a:t>
            </a:r>
          </a:p>
          <a:p>
            <a:pPr lvl="0"/>
            <a:r>
              <a:rPr lang="en-IN" b="1" dirty="0"/>
              <a:t>DIGIT1-DIGIT4</a:t>
            </a:r>
            <a:r>
              <a:rPr lang="en-IN" dirty="0"/>
              <a:t>: Sequential digit entry states</a:t>
            </a:r>
          </a:p>
          <a:p>
            <a:pPr lvl="0"/>
            <a:r>
              <a:rPr lang="en-IN" b="1" dirty="0"/>
              <a:t>CHECK_PASSWORD</a:t>
            </a:r>
            <a:r>
              <a:rPr lang="en-IN" dirty="0"/>
              <a:t>: Validates entered password against stored password</a:t>
            </a:r>
          </a:p>
          <a:p>
            <a:pPr lvl="0"/>
            <a:r>
              <a:rPr lang="en-IN" b="1" dirty="0"/>
              <a:t>UNLOCKED</a:t>
            </a:r>
            <a:r>
              <a:rPr lang="en-IN" dirty="0"/>
              <a:t>: Door unlocked for 10 seconds</a:t>
            </a:r>
          </a:p>
          <a:p>
            <a:pPr lvl="0"/>
            <a:r>
              <a:rPr lang="en-IN" b="1" dirty="0"/>
              <a:t>WRONG_PASSWORD</a:t>
            </a:r>
            <a:r>
              <a:rPr lang="en-IN" dirty="0"/>
              <a:t>: Increments failed attempt counter</a:t>
            </a:r>
          </a:p>
          <a:p>
            <a:pPr lvl="0"/>
            <a:r>
              <a:rPr lang="en-IN" b="1" dirty="0"/>
              <a:t>LOCKED_OUT</a:t>
            </a:r>
            <a:r>
              <a:rPr lang="en-IN" dirty="0"/>
              <a:t>: System locked after 3 failed attempts</a:t>
            </a:r>
          </a:p>
          <a:p>
            <a:pPr lvl="0"/>
            <a:r>
              <a:rPr lang="en-IN" b="1" dirty="0"/>
              <a:t>TIMEOUT</a:t>
            </a:r>
            <a:r>
              <a:rPr lang="en-IN" dirty="0"/>
              <a:t>: 30-second penalty before returning to IDLE</a:t>
            </a:r>
          </a:p>
          <a:p>
            <a:pPr lvl="0"/>
            <a:r>
              <a:rPr lang="en-IN" b="1" dirty="0"/>
              <a:t>CHANGE_PASSWORD</a:t>
            </a:r>
            <a:r>
              <a:rPr lang="en-IN" dirty="0"/>
              <a:t>: Special mode for updating password</a:t>
            </a:r>
          </a:p>
          <a:p>
            <a:pPr marL="0" indent="0">
              <a:buNone/>
            </a:pPr>
            <a:r>
              <a:rPr lang="en-IN" b="1" dirty="0"/>
              <a:t>     Responsibilities:</a:t>
            </a:r>
          </a:p>
          <a:p>
            <a:r>
              <a:rPr lang="en-IN" dirty="0"/>
              <a:t>Controls system behaviour.</a:t>
            </a:r>
          </a:p>
          <a:p>
            <a:r>
              <a:rPr lang="en-IN" dirty="0"/>
              <a:t>Moves sequentially from digit 1 → digit 4.</a:t>
            </a:r>
          </a:p>
          <a:p>
            <a:r>
              <a:rPr lang="en-IN" dirty="0"/>
              <a:t>Triggers password checking.</a:t>
            </a:r>
          </a:p>
          <a:p>
            <a:r>
              <a:rPr lang="en-IN" dirty="0"/>
              <a:t>Decides lock/unlock/error states.</a:t>
            </a:r>
          </a:p>
          <a:p>
            <a:endParaRPr lang="en-IN" dirty="0"/>
          </a:p>
        </p:txBody>
      </p:sp>
      <p:pic>
        <p:nvPicPr>
          <p:cNvPr id="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E22BC5DD-FC8F-52BE-C751-02ED3434C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504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33B8B-97C6-6672-131F-9EFFBD961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59324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F1354-B28A-F999-C468-B841D595B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82046"/>
            <a:ext cx="6347714" cy="475931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Password Storage &amp; Handling</a:t>
            </a:r>
          </a:p>
          <a:p>
            <a:pPr marL="0" indent="0">
              <a:buNone/>
            </a:pPr>
            <a:r>
              <a:rPr lang="en-IN" dirty="0"/>
              <a:t>     a) Stored Password</a:t>
            </a:r>
          </a:p>
          <a:p>
            <a:pPr marL="0" indent="0">
              <a:buNone/>
            </a:pPr>
            <a:r>
              <a:rPr lang="en-IN" dirty="0"/>
              <a:t>     b) Entered Password</a:t>
            </a:r>
          </a:p>
          <a:p>
            <a:pPr marL="0" indent="0">
              <a:buNone/>
            </a:pPr>
            <a:r>
              <a:rPr lang="en-IN" b="1" dirty="0"/>
              <a:t>5. Password Comparison Block</a:t>
            </a:r>
          </a:p>
          <a:p>
            <a:pPr marL="0" indent="0">
              <a:buNone/>
            </a:pPr>
            <a:r>
              <a:rPr lang="en-IN" dirty="0"/>
              <a:t>      A parallel comparator checks the input and outputs       </a:t>
            </a:r>
          </a:p>
          <a:p>
            <a:pPr marL="0" indent="0">
              <a:buNone/>
            </a:pPr>
            <a:r>
              <a:rPr lang="en-US" b="1" dirty="0"/>
              <a:t>6. Attempt Counter Logic</a:t>
            </a:r>
          </a:p>
          <a:p>
            <a:pPr marL="0" indent="0">
              <a:buNone/>
            </a:pPr>
            <a:r>
              <a:rPr lang="en-US" dirty="0"/>
              <a:t>     Counts wrong attempts.</a:t>
            </a:r>
          </a:p>
          <a:p>
            <a:pPr marL="0" indent="0">
              <a:buNone/>
            </a:pPr>
            <a:r>
              <a:rPr lang="en-US" dirty="0"/>
              <a:t>     Max allowed attempts = 3.</a:t>
            </a:r>
          </a:p>
          <a:p>
            <a:pPr marL="0" indent="0">
              <a:buNone/>
            </a:pPr>
            <a:r>
              <a:rPr lang="en-IN" b="1" dirty="0"/>
              <a:t>7. Output Control Unit</a:t>
            </a:r>
          </a:p>
          <a:p>
            <a:pPr marL="0" indent="0">
              <a:buNone/>
            </a:pPr>
            <a:r>
              <a:rPr lang="en-IN" dirty="0"/>
              <a:t>    Controls external indicators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11DF9B52-BB7D-86AC-228A-2B9AD1118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272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C5112-2774-57BC-88B6-89F5DCC10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79" y="45720"/>
            <a:ext cx="6347713" cy="1320800"/>
          </a:xfrm>
        </p:spPr>
        <p:txBody>
          <a:bodyPr/>
          <a:lstStyle/>
          <a:p>
            <a:r>
              <a:rPr lang="en-US" dirty="0"/>
              <a:t>Working</a:t>
            </a:r>
            <a:endParaRPr lang="en-IN" dirty="0"/>
          </a:p>
        </p:txBody>
      </p:sp>
      <p:pic>
        <p:nvPicPr>
          <p:cNvPr id="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04932796-BF3F-19AA-5419-5946C61CD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ABAEA2A-D916-D1C4-06F4-984FE4E08D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5260" y="719744"/>
            <a:ext cx="7942581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Top-level: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FSM implementing a 4-digit digital lock.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Inputs: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reset,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digit_in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(0–9),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enter_btn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change_pwd_btn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Outputs: led (status), seg/an (7-seg), locked (1 = locked, 0= unlocked).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IDLE → DIGIT1 → DIGIT2 → DIGIT3 → DIGIT4 →            CHECK_PASSWORD → UNLOCKED (or WRONG_PASSWORD / LOCKED_OUT).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DIGIT4 automatically proceeds to CHECK_PASSWORD.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 storage: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password[0:3] initialized to 1,2,3,4. Entered digits saved into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entered_digits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[0:3] on rising edges of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enter_btn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in the corresponding DIGIT state.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 edge detect: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two-flip flop sampling of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enter_btn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creates </a:t>
            </a:r>
            <a:r>
              <a:rPr lang="en-US" alt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enter_btn_rising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(rising edge detection).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dirty="0"/>
              <a:t>assword check: </a:t>
            </a:r>
            <a:r>
              <a:rPr lang="en-US" dirty="0"/>
              <a:t>combinational compare of all four entered digits to stored password.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/>
              <a:t>Attempt counting: </a:t>
            </a:r>
            <a:r>
              <a:rPr lang="en-US" dirty="0" err="1"/>
              <a:t>attempt_count</a:t>
            </a:r>
            <a:r>
              <a:rPr lang="en-US" dirty="0"/>
              <a:t> is intended to track failed tries and move to LOCKED_OUT after 3 attempts.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68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BDF775B-606E-556A-AD2B-719A60AF43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3300243"/>
              </p:ext>
            </p:extLst>
          </p:nvPr>
        </p:nvGraphicFramePr>
        <p:xfrm>
          <a:off x="912898" y="91440"/>
          <a:ext cx="9265920" cy="6766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BDDD6CC6-6B26-15A9-71A9-12E409327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16357"/>
            <a:ext cx="3438525" cy="971550"/>
          </a:xfrm>
          <a:prstGeom prst="rect">
            <a:avLst/>
          </a:prstGeom>
        </p:spPr>
      </p:pic>
      <p:sp>
        <p:nvSpPr>
          <p:cNvPr id="2" name="Arrow: Down 1">
            <a:extLst>
              <a:ext uri="{FF2B5EF4-FFF2-40B4-BE49-F238E27FC236}">
                <a16:creationId xmlns:a16="http://schemas.microsoft.com/office/drawing/2014/main" id="{0488C6C9-30C2-3A8B-942D-A19E132D4102}"/>
              </a:ext>
            </a:extLst>
          </p:cNvPr>
          <p:cNvSpPr/>
          <p:nvPr/>
        </p:nvSpPr>
        <p:spPr>
          <a:xfrm rot="12728695">
            <a:off x="3880435" y="954534"/>
            <a:ext cx="577338" cy="2690040"/>
          </a:xfrm>
          <a:prstGeom prst="downArrow">
            <a:avLst/>
          </a:prstGeom>
          <a:solidFill>
            <a:srgbClr val="FACEAB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Bent 4">
            <a:extLst>
              <a:ext uri="{FF2B5EF4-FFF2-40B4-BE49-F238E27FC236}">
                <a16:creationId xmlns:a16="http://schemas.microsoft.com/office/drawing/2014/main" id="{2F4A3062-FD54-463F-EE6B-AF6116CCC76E}"/>
              </a:ext>
            </a:extLst>
          </p:cNvPr>
          <p:cNvSpPr/>
          <p:nvPr/>
        </p:nvSpPr>
        <p:spPr>
          <a:xfrm rot="1370079">
            <a:off x="2341975" y="-241804"/>
            <a:ext cx="1563084" cy="6008469"/>
          </a:xfrm>
          <a:prstGeom prst="bentArrow">
            <a:avLst/>
          </a:prstGeom>
          <a:solidFill>
            <a:srgbClr val="FACEAB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543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B385C-F2C0-BA65-DF69-37E4E524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4AE84-B585-0E9C-1FCB-FAF3F4FA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706252"/>
            <a:ext cx="6347714" cy="4335111"/>
          </a:xfrm>
        </p:spPr>
        <p:txBody>
          <a:bodyPr/>
          <a:lstStyle/>
          <a:p>
            <a:pPr lvl="0"/>
            <a:r>
              <a:rPr lang="en-IN" b="1" dirty="0"/>
              <a:t>Attempt Limiting</a:t>
            </a:r>
            <a:r>
              <a:rPr lang="en-IN" dirty="0"/>
              <a:t>: After 3 incorrect passwords, the system enters LOCKED_OUT state</a:t>
            </a:r>
          </a:p>
          <a:p>
            <a:pPr lvl="0"/>
            <a:r>
              <a:rPr lang="en-IN" b="1" dirty="0"/>
              <a:t>Timeout Protection</a:t>
            </a:r>
            <a:r>
              <a:rPr lang="en-IN" dirty="0"/>
              <a:t>: Automatic reset if user takes too long between digits</a:t>
            </a:r>
          </a:p>
          <a:p>
            <a:pPr lvl="0"/>
            <a:r>
              <a:rPr lang="en-IN" b="1" dirty="0"/>
              <a:t>Timed Unlock</a:t>
            </a:r>
            <a:r>
              <a:rPr lang="en-IN" dirty="0"/>
              <a:t>: Lock automatically re-engages after 10 seconds</a:t>
            </a:r>
          </a:p>
          <a:p>
            <a:pPr lvl="0"/>
            <a:r>
              <a:rPr lang="en-IN" b="1" dirty="0"/>
              <a:t>Password Management</a:t>
            </a:r>
            <a:r>
              <a:rPr lang="en-IN" dirty="0"/>
              <a:t>: Secure password change mode with verification</a:t>
            </a:r>
          </a:p>
          <a:p>
            <a:endParaRPr lang="en-IN" dirty="0"/>
          </a:p>
        </p:txBody>
      </p:sp>
      <p:pic>
        <p:nvPicPr>
          <p:cNvPr id="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1F743EC9-E599-6612-FE47-3A560E0AD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998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AE6145-F712-8D91-AA08-CCEEE4A63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3088109" cy="729006"/>
          </a:xfrm>
        </p:spPr>
        <p:txBody>
          <a:bodyPr/>
          <a:lstStyle/>
          <a:p>
            <a:r>
              <a:rPr lang="en-US" dirty="0"/>
              <a:t>Code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646A51-6810-F2C7-6ACF-4BBA9A8DB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38606"/>
            <a:ext cx="3088109" cy="55193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module </a:t>
            </a:r>
            <a:r>
              <a:rPr lang="en-IN" dirty="0" err="1"/>
              <a:t>digital_lock</a:t>
            </a:r>
            <a:r>
              <a:rPr lang="en-IN" dirty="0"/>
              <a:t> (</a:t>
            </a:r>
            <a:br>
              <a:rPr lang="en-IN" dirty="0"/>
            </a:br>
            <a:r>
              <a:rPr lang="en-IN" dirty="0"/>
              <a:t>    input wire </a:t>
            </a:r>
            <a:r>
              <a:rPr lang="en-IN" dirty="0" err="1"/>
              <a:t>clk</a:t>
            </a:r>
            <a:r>
              <a:rPr lang="en-IN" dirty="0"/>
              <a:t>,</a:t>
            </a:r>
            <a:br>
              <a:rPr lang="en-IN" dirty="0"/>
            </a:br>
            <a:r>
              <a:rPr lang="en-IN" dirty="0"/>
              <a:t>    input wire reset,</a:t>
            </a:r>
            <a:br>
              <a:rPr lang="en-IN" dirty="0"/>
            </a:br>
            <a:r>
              <a:rPr lang="en-IN" dirty="0"/>
              <a:t>    input wire [3:0] </a:t>
            </a:r>
            <a:r>
              <a:rPr lang="en-IN" dirty="0" err="1"/>
              <a:t>digit_in</a:t>
            </a:r>
            <a:r>
              <a:rPr lang="en-IN" dirty="0"/>
              <a:t>,        // Input digit 0-9</a:t>
            </a:r>
            <a:br>
              <a:rPr lang="en-IN" dirty="0"/>
            </a:br>
            <a:r>
              <a:rPr lang="en-IN" dirty="0"/>
              <a:t>    input wire </a:t>
            </a:r>
            <a:r>
              <a:rPr lang="en-IN" dirty="0" err="1"/>
              <a:t>enter_btn</a:t>
            </a:r>
            <a:r>
              <a:rPr lang="en-IN" dirty="0"/>
              <a:t>,              // Button to submit digit</a:t>
            </a:r>
            <a:br>
              <a:rPr lang="en-IN" dirty="0"/>
            </a:br>
            <a:r>
              <a:rPr lang="en-IN" dirty="0"/>
              <a:t>    input wire </a:t>
            </a:r>
            <a:r>
              <a:rPr lang="en-IN" dirty="0" err="1"/>
              <a:t>change_pwd_btn</a:t>
            </a:r>
            <a:r>
              <a:rPr lang="en-IN" dirty="0"/>
              <a:t>,         // Button to change password</a:t>
            </a:r>
            <a:br>
              <a:rPr lang="en-IN" dirty="0"/>
            </a:br>
            <a:r>
              <a:rPr lang="en-IN" dirty="0"/>
              <a:t>    output reg [15:0] led,            // Status LEDs</a:t>
            </a:r>
            <a:br>
              <a:rPr lang="en-IN" dirty="0"/>
            </a:br>
            <a:r>
              <a:rPr lang="en-IN" dirty="0"/>
              <a:t>    output reg [6:0] seg,             // 7-segment display</a:t>
            </a:r>
            <a:br>
              <a:rPr lang="en-IN" dirty="0"/>
            </a:br>
            <a:r>
              <a:rPr lang="en-IN" dirty="0"/>
              <a:t>    output reg [7:0] an,              // 7-segment anodes</a:t>
            </a:r>
            <a:br>
              <a:rPr lang="en-IN" dirty="0"/>
            </a:br>
            <a:r>
              <a:rPr lang="en-IN" dirty="0"/>
              <a:t>    output reg locked                  // Lock status (1=locked, 0=unlocked)</a:t>
            </a:r>
            <a:br>
              <a:rPr lang="en-IN" dirty="0"/>
            </a:b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// STATE DEFINITIONS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IDLE           = 4'd0;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DIGIT1         = 4'd1;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DIGIT2         = 4'd2;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DIGIT3         = 4'd3;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DIGIT4         = 4'd4;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CHECK_PASSWORD = 4'd5;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UNLOCKED       = 4'd6;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WRONG_PASSWORD = 4'd7;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localparam</a:t>
            </a:r>
            <a:r>
              <a:rPr lang="en-IN" dirty="0"/>
              <a:t> [3:0] LOCKED_OUT     = 4'd8;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reg [3:0] </a:t>
            </a:r>
            <a:r>
              <a:rPr lang="en-IN" dirty="0" err="1"/>
              <a:t>current_state</a:t>
            </a:r>
            <a:r>
              <a:rPr lang="en-IN" dirty="0"/>
              <a:t>, </a:t>
            </a:r>
            <a:r>
              <a:rPr lang="en-IN" dirty="0" err="1"/>
              <a:t>next_state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PASSWORD STORAGE</a:t>
            </a:r>
            <a:br>
              <a:rPr lang="en-IN" dirty="0"/>
            </a:br>
            <a:r>
              <a:rPr lang="en-IN" dirty="0"/>
              <a:t> reg [3:0] password [0:3];</a:t>
            </a:r>
            <a:br>
              <a:rPr lang="en-IN" dirty="0"/>
            </a:br>
            <a:r>
              <a:rPr lang="en-IN" dirty="0"/>
              <a:t> reg [3:0] </a:t>
            </a:r>
            <a:r>
              <a:rPr lang="en-IN" dirty="0" err="1"/>
              <a:t>entered_digits</a:t>
            </a:r>
            <a:r>
              <a:rPr lang="en-IN" dirty="0"/>
              <a:t> [0:3];</a:t>
            </a:r>
            <a:br>
              <a:rPr lang="en-IN" dirty="0"/>
            </a:br>
            <a:r>
              <a:rPr lang="en-IN" dirty="0"/>
              <a:t> reg [1:0] </a:t>
            </a:r>
            <a:r>
              <a:rPr lang="en-IN" dirty="0" err="1"/>
              <a:t>attempt_count</a:t>
            </a:r>
            <a:r>
              <a:rPr lang="en-IN" dirty="0"/>
              <a:t>;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5DB9C9-6E21-CC07-F148-D479BF9E5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02238" y="1036320"/>
            <a:ext cx="3088110" cy="582168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initial begin</a:t>
            </a:r>
            <a:br>
              <a:rPr lang="en-IN" dirty="0"/>
            </a:br>
            <a:r>
              <a:rPr lang="en-IN" dirty="0"/>
              <a:t>     password[0] = 4'd1;</a:t>
            </a:r>
            <a:br>
              <a:rPr lang="en-IN" dirty="0"/>
            </a:br>
            <a:r>
              <a:rPr lang="en-IN" dirty="0"/>
              <a:t>     password[1] = 4'd2;</a:t>
            </a:r>
            <a:br>
              <a:rPr lang="en-IN" dirty="0"/>
            </a:br>
            <a:r>
              <a:rPr lang="en-IN" dirty="0"/>
              <a:t>     password[2] = 4'd3;</a:t>
            </a:r>
            <a:br>
              <a:rPr lang="en-IN" dirty="0"/>
            </a:br>
            <a:r>
              <a:rPr lang="en-IN" dirty="0"/>
              <a:t>     password[3] = 4'd4;</a:t>
            </a:r>
            <a:br>
              <a:rPr lang="en-IN" dirty="0"/>
            </a:br>
            <a:r>
              <a:rPr lang="en-IN" dirty="0"/>
              <a:t>     </a:t>
            </a:r>
            <a:r>
              <a:rPr lang="en-IN" dirty="0" err="1"/>
              <a:t>attempt_count</a:t>
            </a:r>
            <a:r>
              <a:rPr lang="en-IN" dirty="0"/>
              <a:t> = 2'd0;</a:t>
            </a:r>
            <a:br>
              <a:rPr lang="en-IN" dirty="0"/>
            </a:br>
            <a:r>
              <a:rPr lang="en-IN" dirty="0"/>
              <a:t> end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// SIMPLE BUTTON EDGE DETECTION</a:t>
            </a:r>
            <a:br>
              <a:rPr lang="en-IN" dirty="0"/>
            </a:br>
            <a:r>
              <a:rPr lang="en-IN" dirty="0"/>
              <a:t> reg enter_btn_r1, enter_btn_r2;</a:t>
            </a:r>
            <a:br>
              <a:rPr lang="en-IN" dirty="0"/>
            </a:br>
            <a:r>
              <a:rPr lang="en-IN" dirty="0"/>
              <a:t> wire </a:t>
            </a:r>
            <a:r>
              <a:rPr lang="en-IN" dirty="0" err="1"/>
              <a:t>enter_btn_rising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always @(posedge </a:t>
            </a:r>
            <a:r>
              <a:rPr lang="en-IN" dirty="0" err="1"/>
              <a:t>clk</a:t>
            </a:r>
            <a:r>
              <a:rPr lang="en-IN" dirty="0"/>
              <a:t> or </a:t>
            </a:r>
            <a:r>
              <a:rPr lang="en-IN" dirty="0" err="1"/>
              <a:t>posedge</a:t>
            </a:r>
            <a:r>
              <a:rPr lang="en-IN" dirty="0"/>
              <a:t> reset) begin</a:t>
            </a:r>
            <a:br>
              <a:rPr lang="en-IN" dirty="0"/>
            </a:br>
            <a:r>
              <a:rPr lang="en-IN" dirty="0"/>
              <a:t>     if (reset) begin</a:t>
            </a:r>
            <a:br>
              <a:rPr lang="en-IN" dirty="0"/>
            </a:br>
            <a:r>
              <a:rPr lang="en-IN" dirty="0"/>
              <a:t>         enter_btn_r1 &lt;= 1'b0;</a:t>
            </a:r>
            <a:br>
              <a:rPr lang="en-IN" dirty="0"/>
            </a:br>
            <a:r>
              <a:rPr lang="en-IN" dirty="0"/>
              <a:t>         enter_btn_r2 &lt;= 1'b0;</a:t>
            </a:r>
            <a:br>
              <a:rPr lang="en-IN" dirty="0"/>
            </a:br>
            <a:r>
              <a:rPr lang="en-IN" dirty="0"/>
              <a:t>     end else begin</a:t>
            </a:r>
            <a:br>
              <a:rPr lang="en-IN" dirty="0"/>
            </a:br>
            <a:r>
              <a:rPr lang="en-IN" dirty="0"/>
              <a:t>         enter_btn_r1 &lt;= </a:t>
            </a:r>
            <a:r>
              <a:rPr lang="en-IN" dirty="0" err="1"/>
              <a:t>enter_btn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    enter_btn_r2 &lt;= enter_btn_r1;</a:t>
            </a:r>
            <a:br>
              <a:rPr lang="en-IN" dirty="0"/>
            </a:br>
            <a:r>
              <a:rPr lang="en-IN" dirty="0"/>
              <a:t>     end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end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assign </a:t>
            </a:r>
            <a:r>
              <a:rPr lang="en-IN" dirty="0" err="1"/>
              <a:t>enter_btn_rising</a:t>
            </a:r>
            <a:r>
              <a:rPr lang="en-IN" dirty="0"/>
              <a:t> = enter_btn_r1 &amp;&amp; !enter_btn_r2;</a:t>
            </a:r>
            <a:br>
              <a:rPr lang="en-IN" dirty="0"/>
            </a:br>
            <a:r>
              <a:rPr lang="en-IN" dirty="0"/>
              <a:t>// PASSWORD VERIFICATION</a:t>
            </a:r>
            <a:br>
              <a:rPr lang="en-IN" dirty="0"/>
            </a:br>
            <a:r>
              <a:rPr lang="en-IN" dirty="0"/>
              <a:t> wire </a:t>
            </a:r>
            <a:r>
              <a:rPr lang="en-IN" dirty="0" err="1"/>
              <a:t>password_correct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assign </a:t>
            </a:r>
            <a:r>
              <a:rPr lang="en-IN" dirty="0" err="1"/>
              <a:t>password_correct</a:t>
            </a:r>
            <a:r>
              <a:rPr lang="en-IN" dirty="0"/>
              <a:t> = (</a:t>
            </a:r>
            <a:r>
              <a:rPr lang="en-IN" dirty="0" err="1"/>
              <a:t>entered_digits</a:t>
            </a:r>
            <a:r>
              <a:rPr lang="en-IN" dirty="0"/>
              <a:t>[0] == password[0]) &amp;&amp;</a:t>
            </a:r>
            <a:br>
              <a:rPr lang="en-IN" dirty="0"/>
            </a:br>
            <a:r>
              <a:rPr lang="en-IN" dirty="0"/>
              <a:t>                          (</a:t>
            </a:r>
            <a:r>
              <a:rPr lang="en-IN" dirty="0" err="1"/>
              <a:t>entered_digits</a:t>
            </a:r>
            <a:r>
              <a:rPr lang="en-IN" dirty="0"/>
              <a:t>[1] == password[1]) &amp;&amp;</a:t>
            </a:r>
            <a:br>
              <a:rPr lang="en-IN" dirty="0"/>
            </a:br>
            <a:r>
              <a:rPr lang="en-IN" dirty="0"/>
              <a:t>                          (</a:t>
            </a:r>
            <a:r>
              <a:rPr lang="en-IN" dirty="0" err="1"/>
              <a:t>entered_digits</a:t>
            </a:r>
            <a:r>
              <a:rPr lang="en-IN" dirty="0"/>
              <a:t>[2] == password[2]) &amp;&amp;</a:t>
            </a:r>
            <a:br>
              <a:rPr lang="en-IN" dirty="0"/>
            </a:br>
            <a:r>
              <a:rPr lang="en-IN" dirty="0"/>
              <a:t>                          (</a:t>
            </a:r>
            <a:r>
              <a:rPr lang="en-IN" dirty="0" err="1"/>
              <a:t>entered_digits</a:t>
            </a:r>
            <a:r>
              <a:rPr lang="en-IN" dirty="0"/>
              <a:t>[3] == password[3]);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// STATE REGISTER</a:t>
            </a:r>
            <a:br>
              <a:rPr lang="en-IN" dirty="0"/>
            </a:br>
            <a:r>
              <a:rPr lang="en-IN" dirty="0"/>
              <a:t> always @(posedge </a:t>
            </a:r>
            <a:r>
              <a:rPr lang="en-IN" dirty="0" err="1"/>
              <a:t>clk</a:t>
            </a:r>
            <a:r>
              <a:rPr lang="en-IN" dirty="0"/>
              <a:t> or </a:t>
            </a:r>
            <a:r>
              <a:rPr lang="en-IN" dirty="0" err="1"/>
              <a:t>posedge</a:t>
            </a:r>
            <a:r>
              <a:rPr lang="en-IN" dirty="0"/>
              <a:t> reset) begin</a:t>
            </a:r>
            <a:br>
              <a:rPr lang="en-IN" dirty="0"/>
            </a:br>
            <a:r>
              <a:rPr lang="en-IN" dirty="0"/>
              <a:t>     if (reset)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current_state</a:t>
            </a:r>
            <a:r>
              <a:rPr lang="en-IN" dirty="0"/>
              <a:t> &lt;= IDLE;</a:t>
            </a:r>
            <a:br>
              <a:rPr lang="en-IN" dirty="0"/>
            </a:br>
            <a:r>
              <a:rPr lang="en-IN" dirty="0"/>
              <a:t>     else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current_state</a:t>
            </a:r>
            <a:r>
              <a:rPr lang="en-IN" dirty="0"/>
              <a:t> &lt;= </a:t>
            </a:r>
            <a:r>
              <a:rPr lang="en-IN" dirty="0" err="1"/>
              <a:t>next_state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end</a:t>
            </a:r>
          </a:p>
        </p:txBody>
      </p:sp>
      <p:pic>
        <p:nvPicPr>
          <p:cNvPr id="7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6426E780-03FC-0106-BD4B-253E39355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248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8120-469D-E565-C6F4-0DFA524A9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3088109" cy="691299"/>
          </a:xfrm>
        </p:spPr>
        <p:txBody>
          <a:bodyPr/>
          <a:lstStyle/>
          <a:p>
            <a:r>
              <a:rPr lang="en-US" dirty="0"/>
              <a:t>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BB87-F903-7D3A-3BEC-A24629D37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00898"/>
            <a:ext cx="3088109" cy="5557101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// NEXT STATE LOGIC - SIMPLIFIED (NO TIMEOUT)</a:t>
            </a:r>
            <a:br>
              <a:rPr lang="en-IN" dirty="0"/>
            </a:br>
            <a:r>
              <a:rPr lang="en-IN" dirty="0"/>
              <a:t> always @(*) begin</a:t>
            </a:r>
            <a:br>
              <a:rPr lang="en-IN" dirty="0"/>
            </a:br>
            <a:r>
              <a:rPr lang="en-IN" dirty="0"/>
              <a:t>     </a:t>
            </a:r>
            <a:r>
              <a:rPr lang="en-IN" dirty="0" err="1"/>
              <a:t>next_state</a:t>
            </a:r>
            <a:r>
              <a:rPr lang="en-IN" dirty="0"/>
              <a:t> = </a:t>
            </a:r>
            <a:r>
              <a:rPr lang="en-IN" dirty="0" err="1"/>
              <a:t>current_state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</a:t>
            </a:r>
            <a:br>
              <a:rPr lang="en-IN" dirty="0"/>
            </a:br>
            <a:r>
              <a:rPr lang="en-IN" dirty="0"/>
              <a:t>     case (</a:t>
            </a:r>
            <a:r>
              <a:rPr lang="en-IN" dirty="0" err="1"/>
              <a:t>current_state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IDLE: begin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DIGIT1;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DIGIT1: begin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DIGIT2;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DIGIT2: begin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DIGIT3;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DIGIT3: begin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DIGIT4;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DIGIT4: begin</a:t>
            </a:r>
            <a:br>
              <a:rPr lang="en-IN" dirty="0"/>
            </a:br>
            <a:r>
              <a:rPr lang="en-IN" dirty="0"/>
              <a:t>             // Automatically go to CHECK_PASSWORD after storing 4th digit</a:t>
            </a:r>
            <a:br>
              <a:rPr lang="en-IN" dirty="0"/>
            </a:br>
            <a:r>
              <a:rPr lang="en-IN" dirty="0"/>
              <a:t>             // No need to wait for another button press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next_state</a:t>
            </a:r>
            <a:r>
              <a:rPr lang="en-IN" dirty="0"/>
              <a:t> = CHECK_PASSWORD;</a:t>
            </a:r>
            <a:br>
              <a:rPr lang="en-IN" dirty="0"/>
            </a:br>
            <a:r>
              <a:rPr lang="en-IN" dirty="0"/>
              <a:t>         end</a:t>
            </a:r>
          </a:p>
          <a:p>
            <a:pPr marL="0" indent="0">
              <a:buNone/>
            </a:pPr>
            <a:r>
              <a:rPr lang="en-IN" dirty="0"/>
              <a:t>CHECK_PASSWORD: begin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password_correct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UNLOCKED;</a:t>
            </a:r>
            <a:br>
              <a:rPr lang="en-IN" dirty="0"/>
            </a:br>
            <a:r>
              <a:rPr lang="en-IN" dirty="0"/>
              <a:t>             else if (</a:t>
            </a:r>
            <a:r>
              <a:rPr lang="en-IN" dirty="0" err="1"/>
              <a:t>attempt_count</a:t>
            </a:r>
            <a:r>
              <a:rPr lang="en-IN" dirty="0"/>
              <a:t> &gt;= 2'd2)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LOCKED_OUT;</a:t>
            </a:r>
            <a:br>
              <a:rPr lang="en-IN" dirty="0"/>
            </a:br>
            <a:r>
              <a:rPr lang="en-IN" dirty="0"/>
              <a:t>             else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WRONG_PASSWORD;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49B5C-C2EF-85FC-54EA-ECAD71C11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08428" y="609600"/>
            <a:ext cx="4134153" cy="68579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UNLOCKED: begin</a:t>
            </a:r>
            <a:br>
              <a:rPr lang="en-IN" dirty="0"/>
            </a:br>
            <a:r>
              <a:rPr lang="en-IN" dirty="0"/>
              <a:t>             // Stay unlocked (manual reset to test)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next_state</a:t>
            </a:r>
            <a:r>
              <a:rPr lang="en-IN" dirty="0"/>
              <a:t> = UNLOCKED;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WRONG_PASSWORD: begin</a:t>
            </a:r>
            <a:br>
              <a:rPr lang="en-IN" dirty="0"/>
            </a:br>
            <a:r>
              <a:rPr lang="en-IN" dirty="0"/>
              <a:t>             // Manual return to IDLE for now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IDLE;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LOCKED_OUT: begin</a:t>
            </a:r>
            <a:br>
              <a:rPr lang="en-IN" dirty="0"/>
            </a:br>
            <a:r>
              <a:rPr lang="en-IN" dirty="0"/>
              <a:t>             // Manual return to IDLE for now</a:t>
            </a:r>
            <a:br>
              <a:rPr lang="en-IN" dirty="0"/>
            </a:br>
            <a:r>
              <a:rPr lang="en-IN" dirty="0"/>
              <a:t>             if (</a:t>
            </a:r>
            <a:r>
              <a:rPr lang="en-IN" dirty="0" err="1"/>
              <a:t>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dirty="0" err="1"/>
              <a:t>next_state</a:t>
            </a:r>
            <a:r>
              <a:rPr lang="en-IN" dirty="0"/>
              <a:t> = IDLE;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</a:t>
            </a:r>
            <a:br>
              <a:rPr lang="en-IN" dirty="0"/>
            </a:br>
            <a:r>
              <a:rPr lang="en-IN" dirty="0"/>
              <a:t>         default: </a:t>
            </a:r>
            <a:r>
              <a:rPr lang="en-IN" dirty="0" err="1"/>
              <a:t>next_state</a:t>
            </a:r>
            <a:r>
              <a:rPr lang="en-IN" dirty="0"/>
              <a:t> = IDLE;</a:t>
            </a:r>
            <a:br>
              <a:rPr lang="en-IN" dirty="0"/>
            </a:br>
            <a:r>
              <a:rPr lang="en-IN" dirty="0"/>
              <a:t>     </a:t>
            </a:r>
            <a:r>
              <a:rPr lang="en-IN" dirty="0" err="1"/>
              <a:t>endcase</a:t>
            </a:r>
            <a:br>
              <a:rPr lang="en-IN" dirty="0"/>
            </a:br>
            <a:r>
              <a:rPr lang="en-IN" dirty="0"/>
              <a:t> end</a:t>
            </a:r>
            <a:br>
              <a:rPr lang="en-IN" dirty="0"/>
            </a:br>
            <a:r>
              <a:rPr lang="en-IN" dirty="0"/>
              <a:t> </a:t>
            </a:r>
            <a:br>
              <a:rPr lang="en-IN" dirty="0"/>
            </a:br>
            <a:r>
              <a:rPr lang="en-IN" dirty="0"/>
              <a:t> // DIGIT STORAGE - SIMPLIFIED</a:t>
            </a:r>
            <a:br>
              <a:rPr lang="en-IN" dirty="0"/>
            </a:br>
            <a:r>
              <a:rPr lang="en-IN" dirty="0"/>
              <a:t> always @(posedge </a:t>
            </a:r>
            <a:r>
              <a:rPr lang="en-IN" dirty="0" err="1"/>
              <a:t>clk</a:t>
            </a:r>
            <a:r>
              <a:rPr lang="en-IN" dirty="0"/>
              <a:t> or </a:t>
            </a:r>
            <a:r>
              <a:rPr lang="en-IN" dirty="0" err="1"/>
              <a:t>posedge</a:t>
            </a:r>
            <a:r>
              <a:rPr lang="en-IN" dirty="0"/>
              <a:t> reset) begin</a:t>
            </a:r>
            <a:br>
              <a:rPr lang="en-IN" dirty="0"/>
            </a:br>
            <a:r>
              <a:rPr lang="en-IN" dirty="0"/>
              <a:t>     if (reset) begin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entered_digits</a:t>
            </a:r>
            <a:r>
              <a:rPr lang="en-IN" dirty="0"/>
              <a:t>[0] &lt;= 4'd0;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entered_digits</a:t>
            </a:r>
            <a:r>
              <a:rPr lang="en-IN" dirty="0"/>
              <a:t>[1] &lt;= 4'd0;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entered_digits</a:t>
            </a:r>
            <a:r>
              <a:rPr lang="en-IN" dirty="0"/>
              <a:t>[2] &lt;= 4'd0;</a:t>
            </a:r>
            <a:br>
              <a:rPr lang="en-IN" dirty="0"/>
            </a:br>
            <a:r>
              <a:rPr lang="en-IN" dirty="0"/>
              <a:t>         </a:t>
            </a:r>
            <a:r>
              <a:rPr lang="en-IN" dirty="0" err="1"/>
              <a:t>entered_digits</a:t>
            </a:r>
            <a:r>
              <a:rPr lang="en-IN" dirty="0"/>
              <a:t>[3] &lt;= 4'd0;</a:t>
            </a:r>
            <a:br>
              <a:rPr lang="en-IN" dirty="0"/>
            </a:br>
            <a:r>
              <a:rPr lang="en-IN" dirty="0"/>
              <a:t>     end else begin</a:t>
            </a:r>
            <a:br>
              <a:rPr lang="en-IN" dirty="0"/>
            </a:br>
            <a:r>
              <a:rPr lang="en-IN" dirty="0"/>
              <a:t>         if (</a:t>
            </a:r>
            <a:r>
              <a:rPr lang="en-IN" dirty="0" err="1"/>
              <a:t>current_state</a:t>
            </a:r>
            <a:r>
              <a:rPr lang="en-IN" dirty="0"/>
              <a:t> == IDLE &amp;&amp; </a:t>
            </a:r>
            <a:r>
              <a:rPr lang="en-IN" dirty="0" err="1"/>
              <a:t>enter_btn_rising</a:t>
            </a:r>
            <a:r>
              <a:rPr lang="en-IN" dirty="0"/>
              <a:t>) begin</a:t>
            </a:r>
            <a:br>
              <a:rPr lang="en-IN" dirty="0"/>
            </a:br>
            <a:r>
              <a:rPr lang="en-IN" dirty="0"/>
              <a:t>             // When transitioning from IDLE to DIGIT1, store first digit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[0] &lt;= </a:t>
            </a:r>
            <a:r>
              <a:rPr lang="en-IN" dirty="0" err="1"/>
              <a:t>digit_in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else if (</a:t>
            </a:r>
            <a:r>
              <a:rPr lang="en-IN" dirty="0" err="1"/>
              <a:t>current_state</a:t>
            </a:r>
            <a:r>
              <a:rPr lang="en-IN" dirty="0"/>
              <a:t> == DIGIT1 &amp;&amp; </a:t>
            </a:r>
            <a:r>
              <a:rPr lang="en-IN" dirty="0" err="1"/>
              <a:t>enter_btn_rising</a:t>
            </a:r>
            <a:r>
              <a:rPr lang="en-IN" dirty="0"/>
              <a:t>) begin</a:t>
            </a:r>
            <a:br>
              <a:rPr lang="en-IN" dirty="0"/>
            </a:br>
            <a:r>
              <a:rPr lang="en-IN" dirty="0"/>
              <a:t>             // When transitioning from DIGIT1 to DIGIT2, store second digit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[1] &lt;= </a:t>
            </a:r>
            <a:r>
              <a:rPr lang="en-IN" dirty="0" err="1"/>
              <a:t>digit_in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else if (</a:t>
            </a:r>
            <a:r>
              <a:rPr lang="en-IN" dirty="0" err="1"/>
              <a:t>current_state</a:t>
            </a:r>
            <a:r>
              <a:rPr lang="en-IN" dirty="0"/>
              <a:t> == DIGIT2 &amp;&amp; </a:t>
            </a:r>
            <a:r>
              <a:rPr lang="en-IN" dirty="0" err="1"/>
              <a:t>enter_btn_rising</a:t>
            </a:r>
            <a:r>
              <a:rPr lang="en-IN" dirty="0"/>
              <a:t>) begin</a:t>
            </a:r>
            <a:br>
              <a:rPr lang="en-IN" dirty="0"/>
            </a:br>
            <a:r>
              <a:rPr lang="en-IN" dirty="0"/>
              <a:t>             // When transitioning from DIGIT2 to DIGIT3, store third digit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[2] &lt;= </a:t>
            </a:r>
            <a:r>
              <a:rPr lang="en-IN" dirty="0" err="1"/>
              <a:t>digit_in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else if (</a:t>
            </a:r>
            <a:r>
              <a:rPr lang="en-IN" dirty="0" err="1"/>
              <a:t>current_state</a:t>
            </a:r>
            <a:r>
              <a:rPr lang="en-IN" dirty="0"/>
              <a:t> == DIGIT3 &amp;&amp; </a:t>
            </a:r>
            <a:r>
              <a:rPr lang="en-IN" dirty="0" err="1"/>
              <a:t>enter_btn_rising</a:t>
            </a:r>
            <a:r>
              <a:rPr lang="en-IN" dirty="0"/>
              <a:t>) begin</a:t>
            </a:r>
            <a:br>
              <a:rPr lang="en-IN" dirty="0"/>
            </a:br>
            <a:r>
              <a:rPr lang="en-IN" dirty="0"/>
              <a:t>             // When transitioning from DIGIT3 to DIGIT4, store fourth digit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[3] &lt;= </a:t>
            </a:r>
            <a:r>
              <a:rPr lang="en-IN" dirty="0" err="1"/>
              <a:t>digit_in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    else if (</a:t>
            </a:r>
            <a:r>
              <a:rPr lang="en-IN" dirty="0" err="1"/>
              <a:t>current_state</a:t>
            </a:r>
            <a:r>
              <a:rPr lang="en-IN" dirty="0"/>
              <a:t> == UNLOCKED || </a:t>
            </a:r>
            <a:r>
              <a:rPr lang="en-IN" dirty="0" err="1"/>
              <a:t>current_state</a:t>
            </a:r>
            <a:r>
              <a:rPr lang="en-IN" dirty="0"/>
              <a:t> == WRONG_PASSWORD) begin</a:t>
            </a:r>
            <a:br>
              <a:rPr lang="en-IN" dirty="0"/>
            </a:br>
            <a:r>
              <a:rPr lang="en-IN" dirty="0"/>
              <a:t>             // Clear entered digits after checking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[0] &lt;= 4'd0;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[1] &lt;= 4'd0;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[2] &lt;= 4'd0;</a:t>
            </a:r>
            <a:br>
              <a:rPr lang="en-IN" dirty="0"/>
            </a:br>
            <a:r>
              <a:rPr lang="en-IN" dirty="0"/>
              <a:t>             </a:t>
            </a:r>
            <a:r>
              <a:rPr lang="en-IN" dirty="0" err="1"/>
              <a:t>entered_digits</a:t>
            </a:r>
            <a:r>
              <a:rPr lang="en-IN" dirty="0"/>
              <a:t>[3] &lt;= 4'd0;</a:t>
            </a:r>
            <a:br>
              <a:rPr lang="en-IN" dirty="0"/>
            </a:br>
            <a:r>
              <a:rPr lang="en-IN" dirty="0"/>
              <a:t>         end</a:t>
            </a:r>
            <a:br>
              <a:rPr lang="en-IN" dirty="0"/>
            </a:br>
            <a:r>
              <a:rPr lang="en-IN" dirty="0"/>
              <a:t>     </a:t>
            </a:r>
            <a:r>
              <a:rPr lang="en-IN" dirty="0" err="1"/>
              <a:t>end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 err="1"/>
              <a:t>end</a:t>
            </a:r>
            <a:br>
              <a:rPr lang="en-IN" dirty="0"/>
            </a:br>
            <a:endParaRPr lang="en-IN" dirty="0"/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8CA94E86-996E-670C-C70A-7643EF79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5171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354D2-BAB7-C918-BE17-5EC387630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3010293" cy="669303"/>
          </a:xfrm>
        </p:spPr>
        <p:txBody>
          <a:bodyPr>
            <a:normAutofit/>
          </a:bodyPr>
          <a:lstStyle/>
          <a:p>
            <a:r>
              <a:rPr lang="en-US" dirty="0"/>
              <a:t>Code</a:t>
            </a:r>
            <a:endParaRPr lang="en-IN" dirty="0"/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4142C612-FE7F-1D6E-D3F8-B673FFBE2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7484D9-5B6A-2AA2-F7FB-EB392734683F}"/>
              </a:ext>
            </a:extLst>
          </p:cNvPr>
          <p:cNvSpPr txBox="1"/>
          <p:nvPr/>
        </p:nvSpPr>
        <p:spPr>
          <a:xfrm>
            <a:off x="186813" y="801228"/>
            <a:ext cx="4109884" cy="634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50" dirty="0"/>
          </a:p>
          <a:p>
            <a:r>
              <a:rPr lang="en-IN" sz="1100" dirty="0"/>
              <a:t>// ATTEMPT COUNTER</a:t>
            </a:r>
            <a:br>
              <a:rPr lang="en-IN" sz="1100" dirty="0"/>
            </a:br>
            <a:r>
              <a:rPr lang="en-IN" sz="1100" dirty="0"/>
              <a:t> always @(posedge </a:t>
            </a:r>
            <a:r>
              <a:rPr lang="en-IN" sz="1100" dirty="0" err="1"/>
              <a:t>clk</a:t>
            </a:r>
            <a:r>
              <a:rPr lang="en-IN" sz="1100" dirty="0"/>
              <a:t> or </a:t>
            </a:r>
            <a:r>
              <a:rPr lang="en-IN" sz="1100" dirty="0" err="1"/>
              <a:t>posedge</a:t>
            </a:r>
            <a:r>
              <a:rPr lang="en-IN" sz="1100" dirty="0"/>
              <a:t> reset) begin</a:t>
            </a:r>
            <a:br>
              <a:rPr lang="en-IN" sz="1100" dirty="0"/>
            </a:br>
            <a:r>
              <a:rPr lang="en-IN" sz="1100" dirty="0"/>
              <a:t>     if (reset) begin</a:t>
            </a:r>
            <a:br>
              <a:rPr lang="en-IN" sz="1100" dirty="0"/>
            </a:br>
            <a:r>
              <a:rPr lang="en-IN" sz="1100" dirty="0"/>
              <a:t>         </a:t>
            </a:r>
            <a:r>
              <a:rPr lang="en-IN" sz="1100" dirty="0" err="1"/>
              <a:t>attempt_count</a:t>
            </a:r>
            <a:r>
              <a:rPr lang="en-IN" sz="1100" dirty="0"/>
              <a:t> &lt;= 2'd0;</a:t>
            </a:r>
            <a:br>
              <a:rPr lang="en-IN" sz="1100" dirty="0"/>
            </a:br>
            <a:r>
              <a:rPr lang="en-IN" sz="1100" dirty="0"/>
              <a:t>     end else begin</a:t>
            </a:r>
            <a:br>
              <a:rPr lang="en-IN" sz="1100" dirty="0"/>
            </a:br>
            <a:r>
              <a:rPr lang="en-IN" sz="1100" dirty="0"/>
              <a:t>         if (</a:t>
            </a:r>
            <a:r>
              <a:rPr lang="en-IN" sz="1100" dirty="0" err="1"/>
              <a:t>current_state</a:t>
            </a:r>
            <a:r>
              <a:rPr lang="en-IN" sz="1100" dirty="0"/>
              <a:t> == UNLOCKED)</a:t>
            </a:r>
            <a:br>
              <a:rPr lang="en-IN" sz="1100" dirty="0"/>
            </a:br>
            <a:r>
              <a:rPr lang="en-IN" sz="1100" dirty="0"/>
              <a:t>             </a:t>
            </a:r>
            <a:r>
              <a:rPr lang="en-IN" sz="1100" dirty="0" err="1"/>
              <a:t>attempt_count</a:t>
            </a:r>
            <a:r>
              <a:rPr lang="en-IN" sz="1100" dirty="0"/>
              <a:t> &lt;= 2'd0;</a:t>
            </a:r>
            <a:br>
              <a:rPr lang="en-IN" sz="1100" dirty="0"/>
            </a:br>
            <a:r>
              <a:rPr lang="en-IN" sz="1100" dirty="0"/>
              <a:t>         else if (</a:t>
            </a:r>
            <a:r>
              <a:rPr lang="en-IN" sz="1100" dirty="0" err="1"/>
              <a:t>current_state</a:t>
            </a:r>
            <a:r>
              <a:rPr lang="en-IN" sz="1100" dirty="0"/>
              <a:t> == WRONG_PASSWORD)</a:t>
            </a:r>
            <a:br>
              <a:rPr lang="en-IN" sz="1100" dirty="0"/>
            </a:br>
            <a:r>
              <a:rPr lang="en-IN" sz="1100" dirty="0"/>
              <a:t>             </a:t>
            </a:r>
            <a:r>
              <a:rPr lang="en-IN" sz="1100" dirty="0" err="1"/>
              <a:t>attempt_count</a:t>
            </a:r>
            <a:r>
              <a:rPr lang="en-IN" sz="1100" dirty="0"/>
              <a:t> &lt;= </a:t>
            </a:r>
            <a:r>
              <a:rPr lang="en-IN" sz="1100" dirty="0" err="1"/>
              <a:t>attempt_count</a:t>
            </a:r>
            <a:r>
              <a:rPr lang="en-IN" sz="1100" dirty="0"/>
              <a:t> + 1;</a:t>
            </a:r>
            <a:br>
              <a:rPr lang="en-IN" sz="1100" dirty="0"/>
            </a:br>
            <a:r>
              <a:rPr lang="en-IN" sz="1100" dirty="0"/>
              <a:t>     end</a:t>
            </a:r>
            <a:br>
              <a:rPr lang="en-IN" sz="1100" dirty="0"/>
            </a:br>
            <a:r>
              <a:rPr lang="en-IN" sz="1100" dirty="0"/>
              <a:t> </a:t>
            </a:r>
            <a:r>
              <a:rPr lang="en-IN" sz="1100" dirty="0" err="1"/>
              <a:t>end</a:t>
            </a:r>
            <a:br>
              <a:rPr lang="en-IN" sz="1100" dirty="0"/>
            </a:br>
            <a:r>
              <a:rPr lang="en-IN" sz="1100" dirty="0"/>
              <a:t> </a:t>
            </a:r>
            <a:br>
              <a:rPr lang="en-IN" sz="1100" dirty="0"/>
            </a:br>
            <a:r>
              <a:rPr lang="en-IN" sz="1100" dirty="0"/>
              <a:t> // OUTPUT LOGIC</a:t>
            </a:r>
            <a:br>
              <a:rPr lang="en-IN" sz="1100" dirty="0"/>
            </a:br>
            <a:r>
              <a:rPr lang="en-IN" sz="1100" dirty="0"/>
              <a:t> always @(posedge </a:t>
            </a:r>
            <a:r>
              <a:rPr lang="en-IN" sz="1100" dirty="0" err="1"/>
              <a:t>clk</a:t>
            </a:r>
            <a:r>
              <a:rPr lang="en-IN" sz="1100" dirty="0"/>
              <a:t> or </a:t>
            </a:r>
            <a:r>
              <a:rPr lang="en-IN" sz="1100" dirty="0" err="1"/>
              <a:t>posedge</a:t>
            </a:r>
            <a:r>
              <a:rPr lang="en-IN" sz="1100" dirty="0"/>
              <a:t> reset) begin</a:t>
            </a:r>
            <a:br>
              <a:rPr lang="en-IN" sz="1100" dirty="0"/>
            </a:br>
            <a:r>
              <a:rPr lang="en-IN" sz="1100" dirty="0"/>
              <a:t>     if (reset) begin</a:t>
            </a:r>
            <a:br>
              <a:rPr lang="en-IN" sz="1100" dirty="0"/>
            </a:br>
            <a:r>
              <a:rPr lang="en-IN" sz="1100" dirty="0"/>
              <a:t>         locked &lt;= 1'b1;</a:t>
            </a:r>
            <a:br>
              <a:rPr lang="en-IN" sz="1100" dirty="0"/>
            </a:br>
            <a:r>
              <a:rPr lang="en-IN" sz="1100" dirty="0"/>
              <a:t>         led &lt;= 16'h0000;</a:t>
            </a:r>
            <a:br>
              <a:rPr lang="en-IN" sz="1100" dirty="0"/>
            </a:br>
            <a:r>
              <a:rPr lang="en-IN" sz="1100" dirty="0"/>
              <a:t>     end else begin</a:t>
            </a:r>
            <a:br>
              <a:rPr lang="en-IN" sz="1100" dirty="0"/>
            </a:br>
            <a:r>
              <a:rPr lang="en-IN" sz="1100" dirty="0"/>
              <a:t>         case (</a:t>
            </a:r>
            <a:r>
              <a:rPr lang="en-IN" sz="1100" dirty="0" err="1"/>
              <a:t>current_state</a:t>
            </a:r>
            <a:r>
              <a:rPr lang="en-IN" sz="1100" dirty="0"/>
              <a:t>)</a:t>
            </a:r>
            <a:br>
              <a:rPr lang="en-IN" sz="1100" dirty="0"/>
            </a:br>
            <a:r>
              <a:rPr lang="en-IN" sz="1100" dirty="0"/>
              <a:t>             IDLE: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16'h0001;  // State 0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</a:t>
            </a:r>
            <a:br>
              <a:rPr lang="en-IN" sz="1100" dirty="0"/>
            </a:br>
            <a:r>
              <a:rPr lang="en-IN" sz="1100" dirty="0"/>
              <a:t>             DIGIT1: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16'h0002;  // State 1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    </a:t>
            </a:r>
            <a:br>
              <a:rPr lang="en-IN" sz="1100" dirty="0"/>
            </a:br>
            <a:r>
              <a:rPr lang="en-IN" sz="1100" dirty="0"/>
              <a:t>             DIGIT2: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16'h0004;  // State 2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    </a:t>
            </a:r>
            <a:br>
              <a:rPr lang="en-IN" sz="1100" dirty="0"/>
            </a:br>
            <a:endParaRPr lang="en-IN" sz="1100" dirty="0"/>
          </a:p>
          <a:p>
            <a:endParaRPr lang="en-IN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2AA86-2A0C-9D34-2BC2-F61AF156FC86}"/>
              </a:ext>
            </a:extLst>
          </p:cNvPr>
          <p:cNvSpPr txBox="1"/>
          <p:nvPr/>
        </p:nvSpPr>
        <p:spPr>
          <a:xfrm>
            <a:off x="3903406" y="801228"/>
            <a:ext cx="3549446" cy="635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DIGIT3: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16'h0008;  // State 3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DIGIT4: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16'h0010;  // State 4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    </a:t>
            </a:r>
            <a:br>
              <a:rPr lang="en-IN" sz="1100" dirty="0"/>
            </a:br>
            <a:r>
              <a:rPr lang="en-IN" sz="1100" dirty="0"/>
              <a:t>             CHECK_PASSWORD: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16'h0020;  // State 5</a:t>
            </a:r>
            <a:br>
              <a:rPr lang="en-IN" sz="1100" dirty="0"/>
            </a:br>
            <a:r>
              <a:rPr lang="en-IN" sz="1100" dirty="0"/>
              <a:t>             end</a:t>
            </a:r>
          </a:p>
          <a:p>
            <a:r>
              <a:rPr lang="en-IN" sz="1100" dirty="0"/>
              <a:t>UNLOCKED: begin</a:t>
            </a:r>
            <a:br>
              <a:rPr lang="en-IN" sz="1100" dirty="0"/>
            </a:br>
            <a:r>
              <a:rPr lang="en-IN" sz="1100" dirty="0"/>
              <a:t>                 locked &lt;= 1'b0;</a:t>
            </a:r>
            <a:br>
              <a:rPr lang="en-IN" sz="1100" dirty="0"/>
            </a:br>
            <a:r>
              <a:rPr lang="en-IN" sz="1100" dirty="0"/>
              <a:t>                 led &lt;= 16'hFFFF;  // All on = unlocked!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    </a:t>
            </a:r>
            <a:br>
              <a:rPr lang="en-IN" sz="1100" dirty="0"/>
            </a:br>
            <a:r>
              <a:rPr lang="en-IN" sz="1100" dirty="0"/>
              <a:t>             WRONG_PASSWORD: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16'h0040;  // State 7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    </a:t>
            </a:r>
            <a:br>
              <a:rPr lang="en-IN" sz="1100" dirty="0"/>
            </a:br>
            <a:r>
              <a:rPr lang="en-IN" sz="1100" dirty="0"/>
              <a:t>             LOCKED_OUT: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16'hAAAA;  // Alternating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   </a:t>
            </a:r>
            <a:br>
              <a:rPr lang="en-IN" sz="1100" dirty="0"/>
            </a:br>
            <a:r>
              <a:rPr lang="en-IN" sz="1100" dirty="0"/>
              <a:t>             default: begin</a:t>
            </a:r>
            <a:br>
              <a:rPr lang="en-IN" sz="1100" dirty="0"/>
            </a:br>
            <a:r>
              <a:rPr lang="en-IN" sz="1100" dirty="0"/>
              <a:t>                 locked &lt;= 1'b1;</a:t>
            </a:r>
            <a:br>
              <a:rPr lang="en-IN" sz="1100" dirty="0"/>
            </a:br>
            <a:r>
              <a:rPr lang="en-IN" sz="1100" dirty="0"/>
              <a:t>                 led &lt;= 16'h0000;</a:t>
            </a:r>
            <a:br>
              <a:rPr lang="en-IN" sz="1100" dirty="0"/>
            </a:br>
            <a:r>
              <a:rPr lang="en-IN" sz="1100" dirty="0"/>
              <a:t>             end</a:t>
            </a:r>
            <a:br>
              <a:rPr lang="en-IN" sz="1100" dirty="0"/>
            </a:br>
            <a:r>
              <a:rPr lang="en-IN" sz="1100" dirty="0"/>
              <a:t>         </a:t>
            </a:r>
            <a:r>
              <a:rPr lang="en-IN" sz="1100" dirty="0" err="1"/>
              <a:t>endcase</a:t>
            </a:r>
            <a:br>
              <a:rPr lang="en-IN" sz="1100" dirty="0"/>
            </a:br>
            <a:r>
              <a:rPr lang="en-IN" sz="1100" dirty="0"/>
              <a:t>     end</a:t>
            </a:r>
            <a:br>
              <a:rPr lang="en-IN" sz="1100" dirty="0"/>
            </a:br>
            <a:r>
              <a:rPr lang="en-IN" sz="1100" dirty="0"/>
              <a:t> </a:t>
            </a:r>
            <a:r>
              <a:rPr lang="en-IN" sz="1100" dirty="0" err="1"/>
              <a:t>end</a:t>
            </a:r>
            <a:r>
              <a:rPr lang="en-IN" sz="1100" dirty="0"/>
              <a:t> 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1189291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E17107-F702-BE29-044D-69003D3681C9}"/>
              </a:ext>
            </a:extLst>
          </p:cNvPr>
          <p:cNvSpPr txBox="1"/>
          <p:nvPr/>
        </p:nvSpPr>
        <p:spPr>
          <a:xfrm>
            <a:off x="344129" y="1170904"/>
            <a:ext cx="3486191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reg [15:0] </a:t>
            </a:r>
            <a:r>
              <a:rPr lang="en-IN" sz="1400" dirty="0" err="1"/>
              <a:t>refresh_counter</a:t>
            </a:r>
            <a:r>
              <a:rPr lang="en-IN" sz="1400" dirty="0"/>
              <a:t> = 0;</a:t>
            </a:r>
          </a:p>
          <a:p>
            <a:r>
              <a:rPr lang="en-IN" sz="1400" dirty="0"/>
              <a:t>always @(posedge </a:t>
            </a:r>
            <a:r>
              <a:rPr lang="en-IN" sz="1400" dirty="0" err="1"/>
              <a:t>clk</a:t>
            </a:r>
            <a:r>
              <a:rPr lang="en-IN" sz="1400" dirty="0"/>
              <a:t>) begin </a:t>
            </a:r>
          </a:p>
          <a:p>
            <a:endParaRPr lang="en-IN" sz="1400" dirty="0"/>
          </a:p>
          <a:p>
            <a:r>
              <a:rPr lang="en-IN" sz="1400" dirty="0" err="1"/>
              <a:t>refresh_counter</a:t>
            </a:r>
            <a:r>
              <a:rPr lang="en-IN" sz="1400" dirty="0"/>
              <a:t> &lt;= </a:t>
            </a:r>
            <a:r>
              <a:rPr lang="en-IN" sz="1400" dirty="0" err="1"/>
              <a:t>refresh_counter</a:t>
            </a:r>
            <a:r>
              <a:rPr lang="en-IN" sz="1400" dirty="0"/>
              <a:t> + 1;</a:t>
            </a:r>
          </a:p>
          <a:p>
            <a:r>
              <a:rPr lang="en-IN" sz="1400" dirty="0"/>
              <a:t>end</a:t>
            </a:r>
          </a:p>
          <a:p>
            <a:endParaRPr lang="en-IN" sz="1400" dirty="0"/>
          </a:p>
          <a:p>
            <a:r>
              <a:rPr lang="en-IN" sz="1400" dirty="0"/>
              <a:t>wire [1:0] </a:t>
            </a:r>
            <a:r>
              <a:rPr lang="en-IN" sz="1400" dirty="0" err="1"/>
              <a:t>mux_select</a:t>
            </a:r>
            <a:r>
              <a:rPr lang="en-IN" sz="1400" dirty="0"/>
              <a:t> = </a:t>
            </a:r>
            <a:r>
              <a:rPr lang="en-IN" sz="1400" dirty="0" err="1"/>
              <a:t>refresh_counter</a:t>
            </a:r>
            <a:r>
              <a:rPr lang="en-IN" sz="1400" dirty="0"/>
              <a:t>[15:14];</a:t>
            </a:r>
          </a:p>
          <a:p>
            <a:r>
              <a:rPr lang="en-IN" sz="1400" dirty="0"/>
              <a:t>function [6:0] encode7;</a:t>
            </a:r>
          </a:p>
          <a:p>
            <a:r>
              <a:rPr lang="en-IN" sz="1400" dirty="0"/>
              <a:t>    input [3:0] </a:t>
            </a:r>
            <a:r>
              <a:rPr lang="en-IN" sz="1400" dirty="0" err="1"/>
              <a:t>num</a:t>
            </a:r>
            <a:r>
              <a:rPr lang="en-IN" sz="1400" dirty="0"/>
              <a:t>;</a:t>
            </a:r>
          </a:p>
          <a:p>
            <a:r>
              <a:rPr lang="en-IN" sz="1400" dirty="0"/>
              <a:t>    case(</a:t>
            </a:r>
            <a:r>
              <a:rPr lang="en-IN" sz="1400" dirty="0" err="1"/>
              <a:t>num</a:t>
            </a:r>
            <a:r>
              <a:rPr lang="en-IN" sz="1400" dirty="0"/>
              <a:t>)</a:t>
            </a:r>
          </a:p>
          <a:p>
            <a:r>
              <a:rPr lang="en-IN" sz="1400" dirty="0"/>
              <a:t>        4'd0: encode7 = 7'b1000000;</a:t>
            </a:r>
          </a:p>
          <a:p>
            <a:r>
              <a:rPr lang="en-IN" sz="1400" dirty="0"/>
              <a:t>        4'd1: encode7 = 7'b1111001;</a:t>
            </a:r>
          </a:p>
          <a:p>
            <a:r>
              <a:rPr lang="en-IN" sz="1400" dirty="0"/>
              <a:t>        4'd2: encode7 = 7'b0100100;</a:t>
            </a:r>
          </a:p>
          <a:p>
            <a:r>
              <a:rPr lang="en-IN" sz="1400" dirty="0"/>
              <a:t>        4'd3: encode7 = 7'b0110000;</a:t>
            </a:r>
          </a:p>
          <a:p>
            <a:r>
              <a:rPr lang="en-IN" sz="1400" dirty="0"/>
              <a:t>        4'd4: encode7 = 7'b0011001;</a:t>
            </a:r>
          </a:p>
          <a:p>
            <a:r>
              <a:rPr lang="en-IN" sz="1400" dirty="0"/>
              <a:t>        4'd5: encode7 = 7'b0010010;</a:t>
            </a:r>
          </a:p>
          <a:p>
            <a:r>
              <a:rPr lang="en-IN" sz="1400" dirty="0"/>
              <a:t>        4'd6: encode7 = 7'b0000010;</a:t>
            </a:r>
          </a:p>
          <a:p>
            <a:r>
              <a:rPr lang="en-IN" sz="1400" dirty="0"/>
              <a:t>        4'd7: encode7 = 7'b1111000;</a:t>
            </a:r>
          </a:p>
          <a:p>
            <a:r>
              <a:rPr lang="en-IN" sz="1400" dirty="0"/>
              <a:t>        4'd8: encode7 = 7'b0000000;</a:t>
            </a:r>
          </a:p>
          <a:p>
            <a:r>
              <a:rPr lang="en-IN" sz="1400" dirty="0"/>
              <a:t>        4'd9: encode7 = 7'b0010000;</a:t>
            </a:r>
          </a:p>
          <a:p>
            <a:r>
              <a:rPr lang="en-IN" sz="1400" dirty="0"/>
              <a:t>        default: encode7 = 7'b1111111;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endcase</a:t>
            </a:r>
            <a:endParaRPr lang="en-IN" sz="1400" dirty="0"/>
          </a:p>
          <a:p>
            <a:r>
              <a:rPr lang="en-IN" sz="1400" dirty="0" err="1"/>
              <a:t>endfunction</a:t>
            </a:r>
            <a:endParaRPr lang="en-IN" sz="1400" dirty="0"/>
          </a:p>
          <a:p>
            <a:r>
              <a:rPr lang="en-IN" sz="14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BEF8A-80ED-506F-6CFB-05B720050A68}"/>
              </a:ext>
            </a:extLst>
          </p:cNvPr>
          <p:cNvSpPr txBox="1"/>
          <p:nvPr/>
        </p:nvSpPr>
        <p:spPr>
          <a:xfrm>
            <a:off x="3830320" y="1164134"/>
            <a:ext cx="3982064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always @(*) begin</a:t>
            </a:r>
          </a:p>
          <a:p>
            <a:r>
              <a:rPr lang="en-IN" sz="1400" dirty="0"/>
              <a:t>    case(</a:t>
            </a:r>
            <a:r>
              <a:rPr lang="en-IN" sz="1400" dirty="0" err="1"/>
              <a:t>mux_select</a:t>
            </a:r>
            <a:r>
              <a:rPr lang="en-IN" sz="1400" dirty="0"/>
              <a:t>)</a:t>
            </a:r>
          </a:p>
          <a:p>
            <a:endParaRPr lang="en-IN" sz="1400" dirty="0"/>
          </a:p>
          <a:p>
            <a:r>
              <a:rPr lang="en-IN" sz="1400" dirty="0"/>
              <a:t>        2'b00: begin</a:t>
            </a:r>
          </a:p>
          <a:p>
            <a:r>
              <a:rPr lang="en-IN" sz="1400" dirty="0"/>
              <a:t>            an = 8'b11111110;     // Digit 0 ON</a:t>
            </a:r>
          </a:p>
          <a:p>
            <a:r>
              <a:rPr lang="en-IN" sz="1400" dirty="0"/>
              <a:t>            seg = encode7(</a:t>
            </a:r>
            <a:r>
              <a:rPr lang="en-IN" sz="1400" dirty="0" err="1"/>
              <a:t>entered_digits</a:t>
            </a:r>
            <a:r>
              <a:rPr lang="en-IN" sz="1400" dirty="0"/>
              <a:t>[0]);</a:t>
            </a:r>
          </a:p>
          <a:p>
            <a:r>
              <a:rPr lang="en-IN" sz="1400" dirty="0"/>
              <a:t>        end</a:t>
            </a:r>
          </a:p>
          <a:p>
            <a:endParaRPr lang="en-IN" sz="1400" dirty="0"/>
          </a:p>
          <a:p>
            <a:r>
              <a:rPr lang="en-IN" sz="1400" dirty="0"/>
              <a:t>        2'b01: begin</a:t>
            </a:r>
          </a:p>
          <a:p>
            <a:r>
              <a:rPr lang="en-IN" sz="1400" dirty="0"/>
              <a:t>            an = 8'b11111101;     // Digit 1 ON</a:t>
            </a:r>
          </a:p>
          <a:p>
            <a:r>
              <a:rPr lang="en-IN" sz="1400" dirty="0"/>
              <a:t>            seg = encode7(</a:t>
            </a:r>
            <a:r>
              <a:rPr lang="en-IN" sz="1400" dirty="0" err="1"/>
              <a:t>entered_digits</a:t>
            </a:r>
            <a:r>
              <a:rPr lang="en-IN" sz="1400" dirty="0"/>
              <a:t>[1]);</a:t>
            </a:r>
          </a:p>
          <a:p>
            <a:r>
              <a:rPr lang="en-IN" sz="1400" dirty="0"/>
              <a:t>        end</a:t>
            </a:r>
          </a:p>
          <a:p>
            <a:endParaRPr lang="en-IN" sz="1400" dirty="0"/>
          </a:p>
          <a:p>
            <a:r>
              <a:rPr lang="en-IN" sz="1400" dirty="0"/>
              <a:t>        2'b10: begin</a:t>
            </a:r>
          </a:p>
          <a:p>
            <a:r>
              <a:rPr lang="en-IN" sz="1400" dirty="0"/>
              <a:t>            an = 8'b11111011;     // Digit 2 ON</a:t>
            </a:r>
          </a:p>
          <a:p>
            <a:r>
              <a:rPr lang="en-IN" sz="1400" dirty="0"/>
              <a:t>            seg = encode7(</a:t>
            </a:r>
            <a:r>
              <a:rPr lang="en-IN" sz="1400" dirty="0" err="1"/>
              <a:t>entered_digits</a:t>
            </a:r>
            <a:r>
              <a:rPr lang="en-IN" sz="1400" dirty="0"/>
              <a:t>[2]);</a:t>
            </a:r>
          </a:p>
          <a:p>
            <a:r>
              <a:rPr lang="en-IN" sz="1400" dirty="0"/>
              <a:t>        end</a:t>
            </a:r>
          </a:p>
          <a:p>
            <a:endParaRPr lang="en-IN" sz="1400" dirty="0"/>
          </a:p>
          <a:p>
            <a:r>
              <a:rPr lang="en-IN" sz="1400" dirty="0"/>
              <a:t>        2'b11: begin</a:t>
            </a:r>
          </a:p>
          <a:p>
            <a:r>
              <a:rPr lang="en-IN" sz="1400" dirty="0"/>
              <a:t>            an = 8'b11110111;     // Digit 3 ON</a:t>
            </a:r>
          </a:p>
          <a:p>
            <a:r>
              <a:rPr lang="en-IN" sz="1400" dirty="0"/>
              <a:t>            seg = encode7(</a:t>
            </a:r>
            <a:r>
              <a:rPr lang="en-IN" sz="1400" dirty="0" err="1"/>
              <a:t>entered_digits</a:t>
            </a:r>
            <a:r>
              <a:rPr lang="en-IN" sz="1400" dirty="0"/>
              <a:t>[3]);</a:t>
            </a:r>
          </a:p>
          <a:p>
            <a:r>
              <a:rPr lang="en-IN" sz="1400" dirty="0"/>
              <a:t>        end</a:t>
            </a:r>
          </a:p>
          <a:p>
            <a:r>
              <a:rPr lang="en-IN" sz="1400" dirty="0"/>
              <a:t>    </a:t>
            </a:r>
            <a:r>
              <a:rPr lang="en-IN" sz="1400" dirty="0" err="1"/>
              <a:t>endcase</a:t>
            </a:r>
            <a:endParaRPr lang="en-IN" sz="1400" dirty="0"/>
          </a:p>
          <a:p>
            <a:r>
              <a:rPr lang="en-IN" sz="1400" dirty="0"/>
              <a:t>end</a:t>
            </a:r>
          </a:p>
          <a:p>
            <a:r>
              <a:rPr lang="en-IN" sz="1400" dirty="0" err="1"/>
              <a:t>endmodule</a:t>
            </a:r>
            <a:endParaRPr lang="en-IN" sz="1400" dirty="0"/>
          </a:p>
          <a:p>
            <a:endParaRPr lang="en-IN" sz="1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1FBD71-69B0-B791-3B7F-84F883F8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7317"/>
            <a:ext cx="6347714" cy="1320800"/>
          </a:xfrm>
        </p:spPr>
        <p:txBody>
          <a:bodyPr>
            <a:normAutofit/>
          </a:bodyPr>
          <a:lstStyle/>
          <a:p>
            <a:r>
              <a:rPr lang="en-IN" dirty="0"/>
              <a:t> 7-SEGMENT DISPLAY </a:t>
            </a:r>
            <a:br>
              <a:rPr lang="en-IN" dirty="0"/>
            </a:br>
            <a:endParaRPr lang="en-IN" dirty="0"/>
          </a:p>
        </p:txBody>
      </p:sp>
      <p:pic>
        <p:nvPicPr>
          <p:cNvPr id="2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77A078DB-B7F4-1C2A-19CB-872634FD5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670" y="0"/>
            <a:ext cx="1497329" cy="1164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139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5765-DF9E-5831-90E1-DCCF288EA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3088109" cy="606458"/>
          </a:xfrm>
        </p:spPr>
        <p:txBody>
          <a:bodyPr>
            <a:normAutofit fontScale="90000"/>
          </a:bodyPr>
          <a:lstStyle/>
          <a:p>
            <a:r>
              <a:rPr lang="en-US" dirty="0"/>
              <a:t>Testbench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4B574-BE31-129F-1CD3-6B91CF85C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16058"/>
            <a:ext cx="3088109" cy="564194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2200" dirty="0"/>
              <a:t>module </a:t>
            </a:r>
            <a:r>
              <a:rPr lang="en-IN" sz="2200" dirty="0" err="1"/>
              <a:t>digital_lock_tb</a:t>
            </a:r>
            <a:r>
              <a:rPr lang="en-IN" sz="2200" dirty="0"/>
              <a:t>;</a:t>
            </a:r>
            <a:br>
              <a:rPr lang="en-IN" sz="2200" dirty="0"/>
            </a:br>
            <a:r>
              <a:rPr lang="en-IN" sz="2200" dirty="0"/>
              <a:t>    </a:t>
            </a:r>
            <a:br>
              <a:rPr lang="en-IN" sz="2200" dirty="0"/>
            </a:br>
            <a:r>
              <a:rPr lang="en-IN" sz="2200" dirty="0"/>
              <a:t>    reg </a:t>
            </a:r>
            <a:r>
              <a:rPr lang="en-IN" sz="2200" dirty="0" err="1"/>
              <a:t>clk</a:t>
            </a:r>
            <a:r>
              <a:rPr lang="en-IN" sz="2200" dirty="0"/>
              <a:t>;</a:t>
            </a:r>
            <a:br>
              <a:rPr lang="en-IN" sz="2200" dirty="0"/>
            </a:br>
            <a:r>
              <a:rPr lang="en-IN" sz="2200" dirty="0"/>
              <a:t>    reg reset;</a:t>
            </a:r>
            <a:br>
              <a:rPr lang="en-IN" sz="2200" dirty="0"/>
            </a:br>
            <a:r>
              <a:rPr lang="en-IN" sz="2200" dirty="0"/>
              <a:t>    reg [3:0] </a:t>
            </a:r>
            <a:r>
              <a:rPr lang="en-IN" sz="2200" dirty="0" err="1"/>
              <a:t>digit_in</a:t>
            </a:r>
            <a:r>
              <a:rPr lang="en-IN" sz="2200" dirty="0"/>
              <a:t>;</a:t>
            </a:r>
            <a:br>
              <a:rPr lang="en-IN" sz="2200" dirty="0"/>
            </a:br>
            <a:r>
              <a:rPr lang="en-IN" sz="2200" dirty="0"/>
              <a:t>    reg </a:t>
            </a:r>
            <a:r>
              <a:rPr lang="en-IN" sz="2200" dirty="0" err="1"/>
              <a:t>enter_btn</a:t>
            </a:r>
            <a:r>
              <a:rPr lang="en-IN" sz="2200" dirty="0"/>
              <a:t>;</a:t>
            </a:r>
            <a:br>
              <a:rPr lang="en-IN" sz="2200" dirty="0"/>
            </a:br>
            <a:r>
              <a:rPr lang="en-IN" sz="2200" dirty="0"/>
              <a:t>    reg </a:t>
            </a:r>
            <a:r>
              <a:rPr lang="en-IN" sz="2200" dirty="0" err="1"/>
              <a:t>change_pwd_btn</a:t>
            </a:r>
            <a:r>
              <a:rPr lang="en-IN" sz="2200" dirty="0"/>
              <a:t>;</a:t>
            </a:r>
            <a:br>
              <a:rPr lang="en-IN" sz="2200" dirty="0"/>
            </a:br>
            <a:r>
              <a:rPr lang="en-IN" sz="2200" dirty="0"/>
              <a:t>    wire [15:0] led;</a:t>
            </a:r>
            <a:br>
              <a:rPr lang="en-IN" sz="2200" dirty="0"/>
            </a:br>
            <a:r>
              <a:rPr lang="en-IN" sz="2200" dirty="0"/>
              <a:t>    wire [6:0] seg;</a:t>
            </a:r>
            <a:br>
              <a:rPr lang="en-IN" sz="2200" dirty="0"/>
            </a:br>
            <a:r>
              <a:rPr lang="en-IN" sz="2200" dirty="0"/>
              <a:t>    wire [7:0] an;</a:t>
            </a:r>
            <a:br>
              <a:rPr lang="en-IN" sz="2200" dirty="0"/>
            </a:br>
            <a:r>
              <a:rPr lang="en-IN" sz="2200" dirty="0"/>
              <a:t>    wire locked;</a:t>
            </a:r>
            <a:br>
              <a:rPr lang="en-IN" sz="2200" dirty="0"/>
            </a:br>
            <a:r>
              <a:rPr lang="en-IN" sz="2200" dirty="0"/>
              <a:t>    </a:t>
            </a:r>
            <a:br>
              <a:rPr lang="en-IN" sz="2200" dirty="0"/>
            </a:br>
            <a:r>
              <a:rPr lang="en-IN" sz="2200" dirty="0"/>
              <a:t>     // Instantiate digital lock</a:t>
            </a:r>
            <a:br>
              <a:rPr lang="en-IN" sz="2200" dirty="0"/>
            </a:br>
            <a:r>
              <a:rPr lang="en-IN" sz="2200" dirty="0"/>
              <a:t>       </a:t>
            </a:r>
            <a:r>
              <a:rPr lang="en-IN" sz="2200" dirty="0" err="1"/>
              <a:t>digital_lock</a:t>
            </a:r>
            <a:r>
              <a:rPr lang="en-IN" sz="2200" dirty="0"/>
              <a:t> </a:t>
            </a:r>
            <a:r>
              <a:rPr lang="en-IN" sz="2200" dirty="0" err="1"/>
              <a:t>uut</a:t>
            </a:r>
            <a:r>
              <a:rPr lang="en-IN" sz="2200" dirty="0"/>
              <a:t> (</a:t>
            </a:r>
            <a:br>
              <a:rPr lang="en-IN" sz="2200" dirty="0"/>
            </a:br>
            <a:r>
              <a:rPr lang="en-IN" sz="2200" dirty="0"/>
              <a:t>           .</a:t>
            </a:r>
            <a:r>
              <a:rPr lang="en-IN" sz="2200" dirty="0" err="1"/>
              <a:t>clk</a:t>
            </a:r>
            <a:r>
              <a:rPr lang="en-IN" sz="2200" dirty="0"/>
              <a:t>(</a:t>
            </a:r>
            <a:r>
              <a:rPr lang="en-IN" sz="2200" dirty="0" err="1"/>
              <a:t>clk</a:t>
            </a:r>
            <a:r>
              <a:rPr lang="en-IN" sz="2200" dirty="0"/>
              <a:t>),</a:t>
            </a:r>
            <a:br>
              <a:rPr lang="en-IN" sz="2200" dirty="0"/>
            </a:br>
            <a:r>
              <a:rPr lang="en-IN" sz="2200" dirty="0"/>
              <a:t>           .reset(reset),</a:t>
            </a:r>
            <a:br>
              <a:rPr lang="en-IN" sz="2200" dirty="0"/>
            </a:br>
            <a:r>
              <a:rPr lang="en-IN" sz="2200" dirty="0"/>
              <a:t>           .</a:t>
            </a:r>
            <a:r>
              <a:rPr lang="en-IN" sz="2200" dirty="0" err="1"/>
              <a:t>digit_in</a:t>
            </a:r>
            <a:r>
              <a:rPr lang="en-IN" sz="2200" dirty="0"/>
              <a:t>(</a:t>
            </a:r>
            <a:r>
              <a:rPr lang="en-IN" sz="2200" dirty="0" err="1"/>
              <a:t>digit_in</a:t>
            </a:r>
            <a:r>
              <a:rPr lang="en-IN" sz="2200" dirty="0"/>
              <a:t>),</a:t>
            </a:r>
            <a:br>
              <a:rPr lang="en-IN" sz="2200" dirty="0"/>
            </a:br>
            <a:r>
              <a:rPr lang="en-IN" sz="2200" dirty="0"/>
              <a:t>           .</a:t>
            </a:r>
            <a:r>
              <a:rPr lang="en-IN" sz="2200" dirty="0" err="1"/>
              <a:t>enter_btn</a:t>
            </a:r>
            <a:r>
              <a:rPr lang="en-IN" sz="2200" dirty="0"/>
              <a:t>(</a:t>
            </a:r>
            <a:r>
              <a:rPr lang="en-IN" sz="2200" dirty="0" err="1"/>
              <a:t>enter_btn</a:t>
            </a:r>
            <a:r>
              <a:rPr lang="en-IN" sz="2200" dirty="0"/>
              <a:t>),</a:t>
            </a:r>
            <a:br>
              <a:rPr lang="en-IN" sz="2200" dirty="0"/>
            </a:br>
            <a:r>
              <a:rPr lang="en-IN" sz="2200" dirty="0"/>
              <a:t>           .</a:t>
            </a:r>
            <a:r>
              <a:rPr lang="en-IN" sz="2200" dirty="0" err="1"/>
              <a:t>change_pwd_btn</a:t>
            </a:r>
            <a:r>
              <a:rPr lang="en-IN" sz="2200" dirty="0"/>
              <a:t>(</a:t>
            </a:r>
            <a:r>
              <a:rPr lang="en-IN" sz="2200" dirty="0" err="1"/>
              <a:t>change_pwd_btn</a:t>
            </a:r>
            <a:r>
              <a:rPr lang="en-IN" sz="2200" dirty="0"/>
              <a:t>),</a:t>
            </a:r>
            <a:br>
              <a:rPr lang="en-IN" sz="2200" dirty="0"/>
            </a:br>
            <a:r>
              <a:rPr lang="en-IN" sz="2200" dirty="0"/>
              <a:t>           .led(led),</a:t>
            </a:r>
            <a:br>
              <a:rPr lang="en-IN" sz="2200" dirty="0"/>
            </a:br>
            <a:r>
              <a:rPr lang="en-IN" sz="2200" dirty="0"/>
              <a:t>           .seg(seg),</a:t>
            </a:r>
            <a:br>
              <a:rPr lang="en-IN" sz="2200" dirty="0"/>
            </a:br>
            <a:r>
              <a:rPr lang="en-IN" sz="2200" dirty="0"/>
              <a:t>           .an(an),</a:t>
            </a:r>
            <a:br>
              <a:rPr lang="en-IN" sz="2200" dirty="0"/>
            </a:br>
            <a:r>
              <a:rPr lang="en-IN" sz="2200" dirty="0"/>
              <a:t>           .locked(locked)</a:t>
            </a:r>
            <a:br>
              <a:rPr lang="en-IN" sz="2200" dirty="0"/>
            </a:br>
            <a:r>
              <a:rPr lang="en-IN" sz="2200" dirty="0"/>
              <a:t>       );</a:t>
            </a:r>
            <a:br>
              <a:rPr lang="en-IN" sz="2200" dirty="0"/>
            </a:br>
            <a:r>
              <a:rPr lang="en-IN" sz="2200" dirty="0"/>
              <a:t>       </a:t>
            </a:r>
            <a:br>
              <a:rPr lang="en-IN" sz="2200" dirty="0"/>
            </a:br>
            <a:r>
              <a:rPr lang="en-IN" sz="2200" dirty="0"/>
              <a:t>       // Clock - 100MHz</a:t>
            </a:r>
            <a:br>
              <a:rPr lang="en-IN" sz="2200" dirty="0"/>
            </a:br>
            <a:r>
              <a:rPr lang="en-IN" sz="2200" dirty="0"/>
              <a:t>       initial begin</a:t>
            </a:r>
            <a:br>
              <a:rPr lang="en-IN" sz="2200" dirty="0"/>
            </a:br>
            <a:r>
              <a:rPr lang="en-IN" sz="2200" dirty="0"/>
              <a:t>           </a:t>
            </a:r>
            <a:r>
              <a:rPr lang="en-IN" sz="2200" dirty="0" err="1"/>
              <a:t>clk</a:t>
            </a:r>
            <a:r>
              <a:rPr lang="en-IN" sz="2200" dirty="0"/>
              <a:t> = 0;</a:t>
            </a:r>
            <a:br>
              <a:rPr lang="en-IN" sz="2200" dirty="0"/>
            </a:br>
            <a:r>
              <a:rPr lang="en-IN" sz="2200" dirty="0"/>
              <a:t>           forever #5 </a:t>
            </a:r>
            <a:r>
              <a:rPr lang="en-IN" sz="2200" dirty="0" err="1"/>
              <a:t>clk</a:t>
            </a:r>
            <a:r>
              <a:rPr lang="en-IN" sz="2200" dirty="0"/>
              <a:t> = ~</a:t>
            </a:r>
            <a:r>
              <a:rPr lang="en-IN" sz="2200" dirty="0" err="1"/>
              <a:t>clk</a:t>
            </a:r>
            <a:r>
              <a:rPr lang="en-IN" sz="2200" dirty="0"/>
              <a:t>;</a:t>
            </a:r>
            <a:br>
              <a:rPr lang="en-IN" sz="2200" dirty="0"/>
            </a:br>
            <a:r>
              <a:rPr lang="en-IN" sz="2200" dirty="0"/>
              <a:t>       end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D775CC-21C8-AC82-979D-97333DCF4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9204" y="0"/>
            <a:ext cx="3088110" cy="68580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// Test</a:t>
            </a:r>
            <a:br>
              <a:rPr lang="en-IN" dirty="0"/>
            </a:br>
            <a:r>
              <a:rPr lang="en-IN" dirty="0"/>
              <a:t>       initial begin</a:t>
            </a:r>
            <a:br>
              <a:rPr lang="en-IN" dirty="0"/>
            </a:br>
            <a:r>
              <a:rPr lang="en-IN" dirty="0"/>
              <a:t>           $display("\n========================================");</a:t>
            </a:r>
            <a:br>
              <a:rPr lang="en-IN" dirty="0"/>
            </a:br>
            <a:r>
              <a:rPr lang="en-IN" dirty="0"/>
              <a:t>           $display("  DIGITAL LOCK DEBUG SIMULATION");</a:t>
            </a:r>
            <a:br>
              <a:rPr lang="en-IN" dirty="0"/>
            </a:br>
            <a:r>
              <a:rPr lang="en-IN" dirty="0"/>
              <a:t>           $display("========================================");</a:t>
            </a:r>
            <a:br>
              <a:rPr lang="en-IN" dirty="0"/>
            </a:br>
            <a:r>
              <a:rPr lang="en-IN" dirty="0"/>
              <a:t>           $display("Password: 1-2-3-4");</a:t>
            </a:r>
            <a:br>
              <a:rPr lang="en-IN" dirty="0"/>
            </a:br>
            <a:r>
              <a:rPr lang="en-IN" dirty="0"/>
              <a:t>           $display("NO TIMEOUT - Pure state machine test\n");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// Init</a:t>
            </a:r>
            <a:br>
              <a:rPr lang="en-IN" dirty="0"/>
            </a:br>
            <a:r>
              <a:rPr lang="en-IN" dirty="0"/>
              <a:t>           reset = 1;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digit_in</a:t>
            </a:r>
            <a:r>
              <a:rPr lang="en-IN" dirty="0"/>
              <a:t> = 4'd0;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0;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change_pwd_btn</a:t>
            </a:r>
            <a:r>
              <a:rPr lang="en-IN" dirty="0"/>
              <a:t> = 0;</a:t>
            </a:r>
            <a:br>
              <a:rPr lang="en-IN" dirty="0"/>
            </a:br>
            <a:r>
              <a:rPr lang="en-IN" dirty="0"/>
              <a:t>           #100;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reset = 0;</a:t>
            </a:r>
            <a:br>
              <a:rPr lang="en-IN" dirty="0"/>
            </a:br>
            <a:r>
              <a:rPr lang="en-IN" dirty="0"/>
              <a:t>           $display("%0t: Reset released", $time);</a:t>
            </a:r>
            <a:br>
              <a:rPr lang="en-IN" dirty="0"/>
            </a:br>
            <a:r>
              <a:rPr lang="en-IN" dirty="0"/>
              <a:t>           #100;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// TEST: Enter password digit by digit</a:t>
            </a:r>
            <a:br>
              <a:rPr lang="en-IN" dirty="0"/>
            </a:br>
            <a:r>
              <a:rPr lang="en-IN" dirty="0"/>
              <a:t>           $display("\n--- Entering Digit 1 ---");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digit_in</a:t>
            </a:r>
            <a:r>
              <a:rPr lang="en-IN" dirty="0"/>
              <a:t> = 4'd1;</a:t>
            </a:r>
            <a:br>
              <a:rPr lang="en-IN" dirty="0"/>
            </a:br>
            <a:r>
              <a:rPr lang="en-IN" dirty="0"/>
              <a:t>           #50;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digit_in</a:t>
            </a:r>
            <a:r>
              <a:rPr lang="en-IN" dirty="0"/>
              <a:t> = %0d", $time, </a:t>
            </a:r>
            <a:r>
              <a:rPr lang="en-IN" dirty="0" err="1"/>
              <a:t>digit_in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1;</a:t>
            </a:r>
            <a:br>
              <a:rPr lang="en-IN" dirty="0"/>
            </a:br>
            <a:r>
              <a:rPr lang="en-IN" dirty="0"/>
              <a:t>           #20;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1", $time);</a:t>
            </a:r>
            <a:br>
              <a:rPr lang="en-IN" dirty="0"/>
            </a:br>
            <a:r>
              <a:rPr lang="en-IN" dirty="0"/>
              <a:t>           #100;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0", $time);</a:t>
            </a:r>
            <a:br>
              <a:rPr lang="en-IN" dirty="0"/>
            </a:br>
            <a:r>
              <a:rPr lang="en-IN" dirty="0"/>
              <a:t>           #200;</a:t>
            </a:r>
            <a:br>
              <a:rPr lang="en-IN" dirty="0"/>
            </a:br>
            <a:r>
              <a:rPr lang="en-IN" dirty="0"/>
              <a:t>           $display("%0t: State=%0d, LED=%h, entered[0]=%0d", </a:t>
            </a:r>
            <a:br>
              <a:rPr lang="en-IN" dirty="0"/>
            </a:br>
            <a:r>
              <a:rPr lang="en-IN" dirty="0"/>
              <a:t>                    $time, </a:t>
            </a:r>
            <a:r>
              <a:rPr lang="en-IN" dirty="0" err="1"/>
              <a:t>uut.current_state</a:t>
            </a:r>
            <a:r>
              <a:rPr lang="en-IN" dirty="0"/>
              <a:t>, led, </a:t>
            </a:r>
            <a:r>
              <a:rPr lang="en-IN" dirty="0" err="1"/>
              <a:t>uut.entered_digits</a:t>
            </a:r>
            <a:r>
              <a:rPr lang="en-IN" dirty="0"/>
              <a:t>[0]);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$display("\n--- Entering Digit 2 ---");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digit_in</a:t>
            </a:r>
            <a:r>
              <a:rPr lang="en-IN" dirty="0"/>
              <a:t> = 4'd2;</a:t>
            </a:r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6C0F4E3B-E5DB-A64E-5187-175B3F37D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251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DF283-E3D4-8039-B6C8-ED04FBC41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3088109" cy="559324"/>
          </a:xfrm>
        </p:spPr>
        <p:txBody>
          <a:bodyPr>
            <a:normAutofit fontScale="90000"/>
          </a:bodyPr>
          <a:lstStyle/>
          <a:p>
            <a:r>
              <a:rPr lang="en-US" dirty="0"/>
              <a:t>Testbench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D03C-830C-A18E-DBBC-DE9C63524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168924"/>
            <a:ext cx="3088109" cy="5689076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#50;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digit_in</a:t>
            </a:r>
            <a:r>
              <a:rPr lang="en-IN" dirty="0"/>
              <a:t> = %0d", $time, </a:t>
            </a:r>
            <a:r>
              <a:rPr lang="en-IN" dirty="0" err="1"/>
              <a:t>digit_in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1;</a:t>
            </a:r>
            <a:br>
              <a:rPr lang="en-IN" dirty="0"/>
            </a:br>
            <a:r>
              <a:rPr lang="en-IN" dirty="0"/>
              <a:t>           #20;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1", $time);</a:t>
            </a:r>
            <a:br>
              <a:rPr lang="en-IN" dirty="0"/>
            </a:br>
            <a:r>
              <a:rPr lang="en-IN" dirty="0"/>
              <a:t>           #100;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0", $time);</a:t>
            </a:r>
            <a:br>
              <a:rPr lang="en-IN" dirty="0"/>
            </a:br>
            <a:r>
              <a:rPr lang="en-IN" dirty="0"/>
              <a:t>           #200;</a:t>
            </a:r>
            <a:br>
              <a:rPr lang="en-IN" dirty="0"/>
            </a:br>
            <a:r>
              <a:rPr lang="en-IN" dirty="0"/>
              <a:t>           $display("%0t: State=%0d, LED=%h, entered[1]=%0d", </a:t>
            </a:r>
            <a:br>
              <a:rPr lang="en-IN" dirty="0"/>
            </a:br>
            <a:r>
              <a:rPr lang="en-IN" dirty="0"/>
              <a:t>                    $time, </a:t>
            </a:r>
            <a:r>
              <a:rPr lang="en-IN" dirty="0" err="1"/>
              <a:t>uut.current_state</a:t>
            </a:r>
            <a:r>
              <a:rPr lang="en-IN" dirty="0"/>
              <a:t>, led, </a:t>
            </a:r>
            <a:r>
              <a:rPr lang="en-IN" dirty="0" err="1"/>
              <a:t>uut.entered_digits</a:t>
            </a:r>
            <a:r>
              <a:rPr lang="en-IN" dirty="0"/>
              <a:t>[1]);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$display("\n--- Entering Digit 3 ---");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digit_in</a:t>
            </a:r>
            <a:r>
              <a:rPr lang="en-IN" dirty="0"/>
              <a:t> = 4'd3;</a:t>
            </a:r>
            <a:br>
              <a:rPr lang="en-IN" dirty="0"/>
            </a:br>
            <a:r>
              <a:rPr lang="en-IN" dirty="0"/>
              <a:t>           #50;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digit_in</a:t>
            </a:r>
            <a:r>
              <a:rPr lang="en-IN" dirty="0"/>
              <a:t> = %0d", $time, </a:t>
            </a:r>
            <a:r>
              <a:rPr lang="en-IN" dirty="0" err="1"/>
              <a:t>digit_in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1;</a:t>
            </a:r>
            <a:br>
              <a:rPr lang="en-IN" dirty="0"/>
            </a:br>
            <a:r>
              <a:rPr lang="en-IN" dirty="0"/>
              <a:t>           #20;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1", $time);</a:t>
            </a:r>
            <a:br>
              <a:rPr lang="en-IN" dirty="0"/>
            </a:br>
            <a:r>
              <a:rPr lang="en-IN" dirty="0"/>
              <a:t>           #100;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0", $time);</a:t>
            </a:r>
            <a:br>
              <a:rPr lang="en-IN" dirty="0"/>
            </a:br>
            <a:r>
              <a:rPr lang="en-IN" dirty="0"/>
              <a:t>           #200;</a:t>
            </a:r>
            <a:br>
              <a:rPr lang="en-IN" dirty="0"/>
            </a:br>
            <a:r>
              <a:rPr lang="en-IN" dirty="0"/>
              <a:t>           $display("%0t: State=%0d, LED=%h, entered[2]=%0d", </a:t>
            </a:r>
            <a:br>
              <a:rPr lang="en-IN" dirty="0"/>
            </a:br>
            <a:r>
              <a:rPr lang="en-IN" dirty="0"/>
              <a:t>                    $time, </a:t>
            </a:r>
            <a:r>
              <a:rPr lang="en-IN" dirty="0" err="1"/>
              <a:t>uut.current_state</a:t>
            </a:r>
            <a:r>
              <a:rPr lang="en-IN" dirty="0"/>
              <a:t>, led, </a:t>
            </a:r>
            <a:r>
              <a:rPr lang="en-IN" dirty="0" err="1"/>
              <a:t>uut.entered_digits</a:t>
            </a:r>
            <a:r>
              <a:rPr lang="en-IN" dirty="0"/>
              <a:t>[2]);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$display("\n--- Entering Digit 4 ---");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digit_in</a:t>
            </a:r>
            <a:r>
              <a:rPr lang="en-IN" dirty="0"/>
              <a:t> = 4'd4;</a:t>
            </a:r>
            <a:br>
              <a:rPr lang="en-IN" dirty="0"/>
            </a:br>
            <a:r>
              <a:rPr lang="en-IN" dirty="0"/>
              <a:t>           #50;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digit_in</a:t>
            </a:r>
            <a:r>
              <a:rPr lang="en-IN" dirty="0"/>
              <a:t> = %0d", $time, </a:t>
            </a:r>
            <a:r>
              <a:rPr lang="en-IN" dirty="0" err="1"/>
              <a:t>digit_in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1;</a:t>
            </a:r>
            <a:br>
              <a:rPr lang="en-IN" dirty="0"/>
            </a:br>
            <a:r>
              <a:rPr lang="en-IN" dirty="0"/>
              <a:t>           #20;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1", $time);</a:t>
            </a:r>
            <a:br>
              <a:rPr lang="en-IN" dirty="0"/>
            </a:br>
            <a:r>
              <a:rPr lang="en-IN" dirty="0"/>
              <a:t>           #100;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dirty="0" err="1"/>
              <a:t>enter_btn</a:t>
            </a:r>
            <a:r>
              <a:rPr lang="en-IN" dirty="0"/>
              <a:t> = 0;</a:t>
            </a:r>
            <a:br>
              <a:rPr lang="en-IN" dirty="0"/>
            </a:br>
            <a:r>
              <a:rPr lang="en-IN" dirty="0"/>
              <a:t>           $display("%0t: </a:t>
            </a:r>
            <a:r>
              <a:rPr lang="en-IN" dirty="0" err="1"/>
              <a:t>enter_btn</a:t>
            </a:r>
            <a:r>
              <a:rPr lang="en-IN" dirty="0"/>
              <a:t> = 0", $time);</a:t>
            </a:r>
            <a:br>
              <a:rPr lang="en-IN" dirty="0"/>
            </a:br>
            <a:r>
              <a:rPr lang="en-IN" dirty="0"/>
              <a:t>           #200;</a:t>
            </a:r>
            <a:br>
              <a:rPr lang="en-IN" dirty="0"/>
            </a:br>
            <a:r>
              <a:rPr lang="en-IN" dirty="0"/>
              <a:t>           $display("%0t: State=%0d, LED=%h, entered[3]=%0d", </a:t>
            </a:r>
            <a:br>
              <a:rPr lang="en-IN" dirty="0"/>
            </a:br>
            <a:r>
              <a:rPr lang="en-IN" dirty="0"/>
              <a:t>                    $time, </a:t>
            </a:r>
            <a:r>
              <a:rPr lang="en-IN" dirty="0" err="1"/>
              <a:t>uut.current_state</a:t>
            </a:r>
            <a:r>
              <a:rPr lang="en-IN" dirty="0"/>
              <a:t>, led, </a:t>
            </a:r>
            <a:r>
              <a:rPr lang="en-IN" dirty="0" err="1"/>
              <a:t>uut.entered_digits</a:t>
            </a:r>
            <a:r>
              <a:rPr lang="en-IN" dirty="0"/>
              <a:t>[3]);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A63979-18EB-0C50-E7E3-D2AECA5ED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69204" y="0"/>
            <a:ext cx="3088110" cy="6858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#500;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$display("\n========================================");</a:t>
            </a:r>
            <a:br>
              <a:rPr lang="en-IN" dirty="0"/>
            </a:br>
            <a:r>
              <a:rPr lang="en-IN" dirty="0"/>
              <a:t>           $display("FINAL RESULTS:");</a:t>
            </a:r>
            <a:br>
              <a:rPr lang="en-IN" dirty="0"/>
            </a:br>
            <a:r>
              <a:rPr lang="en-IN" dirty="0"/>
              <a:t>           $display("  State = %0d (should be 6=UNLOCKED)", </a:t>
            </a:r>
            <a:r>
              <a:rPr lang="en-IN" dirty="0" err="1"/>
              <a:t>uut.current_state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$display("  Locked = %b (should be 0)", locked);</a:t>
            </a:r>
            <a:br>
              <a:rPr lang="en-IN" dirty="0"/>
            </a:br>
            <a:r>
              <a:rPr lang="en-IN" dirty="0"/>
              <a:t>           $display("  LED = %h (should be FFFF)", led);</a:t>
            </a:r>
            <a:br>
              <a:rPr lang="en-IN" dirty="0"/>
            </a:br>
            <a:r>
              <a:rPr lang="en-IN" dirty="0"/>
              <a:t>           $display("  Password = %0d-%0d-%0d-%0d", </a:t>
            </a:r>
            <a:br>
              <a:rPr lang="en-IN" dirty="0"/>
            </a:br>
            <a:r>
              <a:rPr lang="en-IN" dirty="0"/>
              <a:t>                    </a:t>
            </a:r>
            <a:r>
              <a:rPr lang="en-IN" dirty="0" err="1"/>
              <a:t>uut.password</a:t>
            </a:r>
            <a:r>
              <a:rPr lang="en-IN" dirty="0"/>
              <a:t>[0], </a:t>
            </a:r>
            <a:r>
              <a:rPr lang="en-IN" dirty="0" err="1"/>
              <a:t>uut.password</a:t>
            </a:r>
            <a:r>
              <a:rPr lang="en-IN" dirty="0"/>
              <a:t>[1], </a:t>
            </a:r>
            <a:br>
              <a:rPr lang="en-IN" dirty="0"/>
            </a:br>
            <a:r>
              <a:rPr lang="en-IN" dirty="0"/>
              <a:t>                    </a:t>
            </a:r>
            <a:r>
              <a:rPr lang="en-IN" dirty="0" err="1"/>
              <a:t>uut.password</a:t>
            </a:r>
            <a:r>
              <a:rPr lang="en-IN" dirty="0"/>
              <a:t>[2], </a:t>
            </a:r>
            <a:r>
              <a:rPr lang="en-IN" dirty="0" err="1"/>
              <a:t>uut.password</a:t>
            </a:r>
            <a:r>
              <a:rPr lang="en-IN" dirty="0"/>
              <a:t>[3]);</a:t>
            </a:r>
            <a:br>
              <a:rPr lang="en-IN" dirty="0"/>
            </a:br>
            <a:r>
              <a:rPr lang="en-IN" dirty="0"/>
              <a:t>           $display("  Entered  = %0d-%0d-%0d-%0d", </a:t>
            </a:r>
            <a:br>
              <a:rPr lang="en-IN" dirty="0"/>
            </a:br>
            <a:r>
              <a:rPr lang="en-IN" dirty="0"/>
              <a:t>                    </a:t>
            </a:r>
            <a:r>
              <a:rPr lang="en-IN" dirty="0" err="1"/>
              <a:t>uut.entered_digits</a:t>
            </a:r>
            <a:r>
              <a:rPr lang="en-IN" dirty="0"/>
              <a:t>[0], </a:t>
            </a:r>
            <a:r>
              <a:rPr lang="en-IN" dirty="0" err="1"/>
              <a:t>uut.entered_digits</a:t>
            </a:r>
            <a:r>
              <a:rPr lang="en-IN" dirty="0"/>
              <a:t>[1], </a:t>
            </a:r>
            <a:br>
              <a:rPr lang="en-IN" dirty="0"/>
            </a:br>
            <a:r>
              <a:rPr lang="en-IN" dirty="0"/>
              <a:t>                    </a:t>
            </a:r>
            <a:r>
              <a:rPr lang="en-IN" dirty="0" err="1"/>
              <a:t>uut.entered_digits</a:t>
            </a:r>
            <a:r>
              <a:rPr lang="en-IN" dirty="0"/>
              <a:t>[2], </a:t>
            </a:r>
            <a:r>
              <a:rPr lang="en-IN" dirty="0" err="1"/>
              <a:t>uut.entered_digits</a:t>
            </a:r>
            <a:r>
              <a:rPr lang="en-IN" dirty="0"/>
              <a:t>[3]);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if (locked == 0) begin</a:t>
            </a:r>
            <a:br>
              <a:rPr lang="en-IN" dirty="0"/>
            </a:br>
            <a:r>
              <a:rPr lang="en-IN" dirty="0"/>
              <a:t>               $display("\n*** SUCCESS! Lock is UNLOCKED! ***");</a:t>
            </a:r>
            <a:br>
              <a:rPr lang="en-IN" dirty="0"/>
            </a:br>
            <a:r>
              <a:rPr lang="en-IN" dirty="0"/>
              <a:t>           end else begin</a:t>
            </a:r>
            <a:br>
              <a:rPr lang="en-IN" dirty="0"/>
            </a:br>
            <a:r>
              <a:rPr lang="en-IN" dirty="0"/>
              <a:t>               $display("\n*** FAILED! Lock is still locked ***");</a:t>
            </a:r>
            <a:br>
              <a:rPr lang="en-IN" dirty="0"/>
            </a:br>
            <a:r>
              <a:rPr lang="en-IN" dirty="0"/>
              <a:t>               $display("Debug info:");</a:t>
            </a:r>
            <a:br>
              <a:rPr lang="en-IN" dirty="0"/>
            </a:br>
            <a:r>
              <a:rPr lang="en-IN" dirty="0"/>
              <a:t>               $display("  enter_btn_r1 = %b", uut.enter_btn_r1);</a:t>
            </a:r>
            <a:br>
              <a:rPr lang="en-IN" dirty="0"/>
            </a:br>
            <a:r>
              <a:rPr lang="en-IN" dirty="0"/>
              <a:t>               $display("  enter_btn_r2 = %b", uut.enter_btn_r2);</a:t>
            </a:r>
            <a:br>
              <a:rPr lang="en-IN" dirty="0"/>
            </a:br>
            <a:r>
              <a:rPr lang="en-IN" dirty="0"/>
              <a:t>               $display("  </a:t>
            </a:r>
            <a:r>
              <a:rPr lang="en-IN" dirty="0" err="1"/>
              <a:t>enter_btn_rising</a:t>
            </a:r>
            <a:r>
              <a:rPr lang="en-IN" dirty="0"/>
              <a:t> = %b", </a:t>
            </a:r>
            <a:r>
              <a:rPr lang="en-IN" dirty="0" err="1"/>
              <a:t>uut.enter_btn_rising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    end</a:t>
            </a:r>
            <a:br>
              <a:rPr lang="en-IN" dirty="0"/>
            </a:br>
            <a:r>
              <a:rPr lang="en-IN" dirty="0"/>
              <a:t>           $display("========================================\n");</a:t>
            </a:r>
            <a:br>
              <a:rPr lang="en-IN" dirty="0"/>
            </a:br>
            <a:r>
              <a:rPr lang="en-IN" dirty="0"/>
              <a:t>           </a:t>
            </a:r>
            <a:br>
              <a:rPr lang="en-IN" dirty="0"/>
            </a:br>
            <a:r>
              <a:rPr lang="en-IN" dirty="0"/>
              <a:t>           #10000;</a:t>
            </a:r>
            <a:br>
              <a:rPr lang="en-IN" dirty="0"/>
            </a:br>
            <a:r>
              <a:rPr lang="en-IN" dirty="0"/>
              <a:t>           $finish;</a:t>
            </a:r>
            <a:br>
              <a:rPr lang="en-IN" dirty="0"/>
            </a:br>
            <a:r>
              <a:rPr lang="en-IN" dirty="0"/>
              <a:t>       end</a:t>
            </a:r>
            <a:br>
              <a:rPr lang="en-IN" dirty="0"/>
            </a:br>
            <a:r>
              <a:rPr lang="en-IN" dirty="0"/>
              <a:t>       </a:t>
            </a:r>
            <a:br>
              <a:rPr lang="en-IN" dirty="0"/>
            </a:br>
            <a:r>
              <a:rPr lang="en-IN" dirty="0"/>
              <a:t>       // Monitor every state change</a:t>
            </a:r>
            <a:br>
              <a:rPr lang="en-IN" dirty="0"/>
            </a:br>
            <a:r>
              <a:rPr lang="en-IN" dirty="0"/>
              <a:t>       always @(uut.current_state) begin</a:t>
            </a:r>
            <a:br>
              <a:rPr lang="en-IN" dirty="0"/>
            </a:br>
            <a:r>
              <a:rPr lang="en-IN" dirty="0"/>
              <a:t>           $display("%0t: &gt;&gt;&gt; STATE CHANGED to %0d &lt;&lt;&lt;", $time, </a:t>
            </a:r>
            <a:r>
              <a:rPr lang="en-IN" dirty="0" err="1"/>
              <a:t>uut.current_state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       end</a:t>
            </a:r>
            <a:br>
              <a:rPr lang="en-IN" dirty="0"/>
            </a:br>
            <a:r>
              <a:rPr lang="en-IN" dirty="0"/>
              <a:t>       </a:t>
            </a:r>
            <a:br>
              <a:rPr lang="en-IN" dirty="0"/>
            </a:br>
            <a:r>
              <a:rPr lang="en-IN" dirty="0"/>
              <a:t>       // Monitor edge detection</a:t>
            </a:r>
            <a:br>
              <a:rPr lang="en-IN" dirty="0"/>
            </a:br>
            <a:r>
              <a:rPr lang="en-IN" dirty="0"/>
              <a:t>       always @(posedge </a:t>
            </a:r>
            <a:r>
              <a:rPr lang="en-IN" dirty="0" err="1"/>
              <a:t>clk</a:t>
            </a:r>
            <a:r>
              <a:rPr lang="en-IN" dirty="0"/>
              <a:t>) begin</a:t>
            </a:r>
            <a:br>
              <a:rPr lang="en-IN" dirty="0"/>
            </a:br>
            <a:r>
              <a:rPr lang="en-IN" dirty="0"/>
              <a:t>           if (</a:t>
            </a:r>
            <a:r>
              <a:rPr lang="en-IN" dirty="0" err="1"/>
              <a:t>uut.enter_btn_rising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               $display("%0t: !!! BUTTON EDGE DETECTED !!!", $time);</a:t>
            </a:r>
            <a:br>
              <a:rPr lang="en-IN" dirty="0"/>
            </a:br>
            <a:r>
              <a:rPr lang="en-IN" dirty="0"/>
              <a:t>       end</a:t>
            </a:r>
            <a:br>
              <a:rPr lang="en-IN" dirty="0"/>
            </a:br>
            <a:r>
              <a:rPr lang="en-IN" dirty="0" err="1"/>
              <a:t>endmodule</a:t>
            </a:r>
            <a:endParaRPr lang="en-IN" dirty="0"/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35D4A504-7098-6F7F-75F4-52519FBF4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31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ABE4019F-AADC-8BC7-5FBE-7EE1D843A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81872"/>
          </a:xfrm>
        </p:spPr>
        <p:txBody>
          <a:bodyPr/>
          <a:lstStyle/>
          <a:p>
            <a:r>
              <a:rPr lang="en-US" dirty="0"/>
              <a:t>Schematic</a:t>
            </a:r>
            <a:endParaRPr lang="en-IN" dirty="0"/>
          </a:p>
        </p:txBody>
      </p:sp>
      <p:pic>
        <p:nvPicPr>
          <p:cNvPr id="10" name="Content Placeholder 9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534EB607-8B90-0854-966A-1962BA75B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371" t="16935" r="1444"/>
          <a:stretch>
            <a:fillRect/>
          </a:stretch>
        </p:blipFill>
        <p:spPr>
          <a:xfrm>
            <a:off x="0" y="1291472"/>
            <a:ext cx="9144000" cy="5566527"/>
          </a:xfrm>
          <a:prstGeom prst="rect">
            <a:avLst/>
          </a:prstGeom>
        </p:spPr>
      </p:pic>
      <p:pic>
        <p:nvPicPr>
          <p:cNvPr id="11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FA4A03C8-B9CC-B073-1BA7-326943C5E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0733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3E0EB-DF91-C9F9-0130-945DEA80B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411" y="1329137"/>
            <a:ext cx="6571343" cy="1049235"/>
          </a:xfrm>
        </p:spPr>
        <p:txBody>
          <a:bodyPr/>
          <a:lstStyle/>
          <a:p>
            <a:r>
              <a:rPr lang="en-US" dirty="0"/>
              <a:t>Simulation Results</a:t>
            </a:r>
            <a:endParaRPr lang="en-IN" dirty="0"/>
          </a:p>
        </p:txBody>
      </p:sp>
      <p:pic>
        <p:nvPicPr>
          <p:cNvPr id="5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0FB78B95-25B8-B40A-212B-AA557952BD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75E3FF59-2D1E-4C61-9D24-FC47BCD143FB}"/>
              </a:ext>
            </a:extLst>
          </p:cNvPr>
          <p:cNvSpPr/>
          <p:nvPr/>
        </p:nvSpPr>
        <p:spPr>
          <a:xfrm rot="12916613">
            <a:off x="7701280" y="3281680"/>
            <a:ext cx="142240" cy="254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CD8A43-4752-8402-2A95-420ABF5F5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7996"/>
            <a:ext cx="9144000" cy="3401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F2A4C2-5283-F54B-257F-ECC5C1FE33DA}"/>
              </a:ext>
            </a:extLst>
          </p:cNvPr>
          <p:cNvSpPr txBox="1"/>
          <p:nvPr/>
        </p:nvSpPr>
        <p:spPr>
          <a:xfrm>
            <a:off x="8156447" y="3054096"/>
            <a:ext cx="316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2305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9A66-A4EC-B9DE-C7AA-CCE86F25B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91299"/>
          </a:xfrm>
        </p:spPr>
        <p:txBody>
          <a:bodyPr/>
          <a:lstStyle/>
          <a:p>
            <a:r>
              <a:rPr lang="en-US" dirty="0"/>
              <a:t>Real Life 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5F14F-74A8-410D-A872-E4D797FFB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FSM design pattern is used in:</a:t>
            </a:r>
          </a:p>
          <a:p>
            <a:pPr lvl="0"/>
            <a:r>
              <a:rPr lang="en-IN" b="1" dirty="0"/>
              <a:t>Electronic Door Locks</a:t>
            </a:r>
            <a:r>
              <a:rPr lang="en-IN" dirty="0"/>
              <a:t>: Hotel rooms, office buildings</a:t>
            </a:r>
          </a:p>
          <a:p>
            <a:pPr lvl="0"/>
            <a:r>
              <a:rPr lang="en-IN" b="1" dirty="0"/>
              <a:t>Safe Systems</a:t>
            </a:r>
            <a:r>
              <a:rPr lang="en-IN" dirty="0"/>
              <a:t>: Bank vaults, home safes</a:t>
            </a:r>
          </a:p>
          <a:p>
            <a:pPr lvl="0"/>
            <a:r>
              <a:rPr lang="en-IN" b="1" dirty="0"/>
              <a:t>Vehicle Immobilizers</a:t>
            </a:r>
            <a:r>
              <a:rPr lang="en-IN" dirty="0"/>
              <a:t>: Keyless entry systems</a:t>
            </a:r>
          </a:p>
          <a:p>
            <a:pPr lvl="0"/>
            <a:r>
              <a:rPr lang="en-IN" b="1" dirty="0"/>
              <a:t>ATM Machines</a:t>
            </a:r>
            <a:r>
              <a:rPr lang="en-IN" dirty="0"/>
              <a:t>: PIN verification systems</a:t>
            </a:r>
          </a:p>
          <a:p>
            <a:r>
              <a:rPr lang="en-IN" b="1" dirty="0"/>
              <a:t>Access Control</a:t>
            </a:r>
            <a:r>
              <a:rPr lang="en-IN" dirty="0"/>
              <a:t>: Server rooms, data centres</a:t>
            </a:r>
          </a:p>
        </p:txBody>
      </p:sp>
      <p:pic>
        <p:nvPicPr>
          <p:cNvPr id="4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F3015C00-AB3A-885E-9D51-3B78DBB7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368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AC53-C374-15DE-7075-9F4358DBE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105" y="2680694"/>
            <a:ext cx="5826719" cy="1496612"/>
          </a:xfrm>
        </p:spPr>
        <p:txBody>
          <a:bodyPr>
            <a:noAutofit/>
          </a:bodyPr>
          <a:lstStyle/>
          <a:p>
            <a:pPr algn="just"/>
            <a:r>
              <a:rPr lang="en-IN" sz="9600" dirty="0"/>
              <a:t>Thank You</a:t>
            </a:r>
          </a:p>
        </p:txBody>
      </p:sp>
      <p:pic>
        <p:nvPicPr>
          <p:cNvPr id="3" name="Picture 6" descr="NIT, Jalandhar Opens Ph.D, M.Tech &amp; M.Sc Admission - Careerindia">
            <a:extLst>
              <a:ext uri="{FF2B5EF4-FFF2-40B4-BE49-F238E27FC236}">
                <a16:creationId xmlns:a16="http://schemas.microsoft.com/office/drawing/2014/main" id="{D4A3CA06-B128-72F1-7E3E-17E01AFAD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2581" y="30480"/>
            <a:ext cx="1183640" cy="90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99311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579</TotalTime>
  <Words>4128</Words>
  <Application>Microsoft Office PowerPoint</Application>
  <PresentationFormat>On-screen Show (4:3)</PresentationFormat>
  <Paragraphs>194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Gill Sans MT</vt:lpstr>
      <vt:lpstr>Times New Roman</vt:lpstr>
      <vt:lpstr>Trebuchet MS</vt:lpstr>
      <vt:lpstr>Wingdings 3</vt:lpstr>
      <vt:lpstr>Facet</vt:lpstr>
      <vt:lpstr>Parcel</vt:lpstr>
      <vt:lpstr>PowerPoint Presentation</vt:lpstr>
      <vt:lpstr>Abstract</vt:lpstr>
      <vt:lpstr>Password Lock FSM</vt:lpstr>
      <vt:lpstr>Finite State Machine</vt:lpstr>
      <vt:lpstr>How FSM Works</vt:lpstr>
      <vt:lpstr>Types of FSM</vt:lpstr>
      <vt:lpstr>Why use FSM for Password Lock</vt:lpstr>
      <vt:lpstr>System Architecture</vt:lpstr>
      <vt:lpstr>System Architecture</vt:lpstr>
      <vt:lpstr>System Architecture</vt:lpstr>
      <vt:lpstr>Working</vt:lpstr>
      <vt:lpstr>PowerPoint Presentation</vt:lpstr>
      <vt:lpstr>Security Features</vt:lpstr>
      <vt:lpstr>Code</vt:lpstr>
      <vt:lpstr>Code</vt:lpstr>
      <vt:lpstr>Code</vt:lpstr>
      <vt:lpstr> 7-SEGMENT DISPLAY  </vt:lpstr>
      <vt:lpstr>Testbench</vt:lpstr>
      <vt:lpstr>Testbench</vt:lpstr>
      <vt:lpstr>Schematic</vt:lpstr>
      <vt:lpstr>Simulation Results</vt:lpstr>
      <vt:lpstr>Real Life Applications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Aditya Gupta</cp:lastModifiedBy>
  <cp:revision>12</cp:revision>
  <dcterms:created xsi:type="dcterms:W3CDTF">2013-01-27T09:14:16Z</dcterms:created>
  <dcterms:modified xsi:type="dcterms:W3CDTF">2025-11-24T07:01:37Z</dcterms:modified>
  <cp:category/>
</cp:coreProperties>
</file>